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erverZoom="100000" strictFirstAndLastChars="0" saveSubsetFonts="1">
  <p:sldMasterIdLst>
    <p:sldMasterId id="2147483672" r:id="rId1"/>
    <p:sldMasterId id="2147483684" r:id="rId2"/>
  </p:sldMasterIdLst>
  <p:notesMasterIdLst>
    <p:notesMasterId r:id="rId13"/>
  </p:notesMasterIdLst>
  <p:sldIdLst>
    <p:sldId id="256" r:id="rId3"/>
    <p:sldId id="257" r:id="rId4"/>
    <p:sldId id="258" r:id="rId5"/>
    <p:sldId id="259" r:id="rId6"/>
    <p:sldId id="260" r:id="rId7"/>
    <p:sldId id="261" r:id="rId8"/>
    <p:sldId id="262" r:id="rId9"/>
    <p:sldId id="263" r:id="rId10"/>
    <p:sldId id="264" r:id="rId11"/>
    <p:sldId id="265" r:id="rId12"/>
  </p:sldIdLst>
  <p:sldSz cx="13433425" cy="7556500"/>
  <p:notesSz cx="6858000" cy="9144000"/>
  <p:defaultTextStyle>
    <a:defPPr>
      <a:defRPr lang="pl-PL"/>
    </a:defPPr>
    <a:lvl1pPr algn="l" rtl="0" eaLnBrk="0" fontAlgn="base" hangingPunct="0">
      <a:spcBef>
        <a:spcPct val="0"/>
      </a:spcBef>
      <a:spcAft>
        <a:spcPct val="0"/>
      </a:spcAft>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p:defaultTextStyle>
  <p:extLst>
    <p:ext uri="{EFAFB233-063F-42B5-8137-9DF3F51BA10A}">
      <p15:sldGuideLst xmlns:p15="http://schemas.microsoft.com/office/powerpoint/2012/main">
        <p15:guide id="1" orient="horz" pos="2380">
          <p15:clr>
            <a:srgbClr val="A4A3A4"/>
          </p15:clr>
        </p15:guide>
        <p15:guide id="2" pos="423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49" autoAdjust="0"/>
    <p:restoredTop sz="80872" autoAdjust="0"/>
  </p:normalViewPr>
  <p:slideViewPr>
    <p:cSldViewPr>
      <p:cViewPr varScale="1">
        <p:scale>
          <a:sx n="81" d="100"/>
          <a:sy n="81" d="100"/>
        </p:scale>
        <p:origin x="1368" y="96"/>
      </p:cViewPr>
      <p:guideLst>
        <p:guide orient="horz" pos="2380"/>
        <p:guide pos="4231"/>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1">
            <a:extLst>
              <a:ext uri="{FF2B5EF4-FFF2-40B4-BE49-F238E27FC236}">
                <a16:creationId xmlns:a16="http://schemas.microsoft.com/office/drawing/2014/main" id="{633BC20A-E05C-101B-2D2D-2AC823C3A69D}"/>
              </a:ext>
            </a:extLst>
          </p:cNvPr>
          <p:cNvSpPr>
            <a:spLocks noGrp="1" noRot="1" noChangeAspect="1"/>
          </p:cNvSpPr>
          <p:nvPr>
            <p:ph type="sldImg"/>
          </p:nvPr>
        </p:nvSpPr>
        <p:spPr bwMode="auto">
          <a:xfrm>
            <a:off x="382588" y="685800"/>
            <a:ext cx="6092825" cy="342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 name="Rectangle 2">
            <a:extLst>
              <a:ext uri="{FF2B5EF4-FFF2-40B4-BE49-F238E27FC236}">
                <a16:creationId xmlns:a16="http://schemas.microsoft.com/office/drawing/2014/main" id="{8682C352-136E-45F5-B773-6ABC90B8E127}"/>
              </a:ext>
            </a:extLst>
          </p:cNvPr>
          <p:cNvSpPr>
            <a:spLocks noGrp="1"/>
          </p:cNvSpPr>
          <p:nvPr>
            <p:ph type="body" sz="quarter" idx="1"/>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p>
            <a:pPr lvl="0"/>
            <a:r>
              <a:rPr lang="en-US" altLang="pl-PL" noProof="0">
                <a:sym typeface="Helvetica Neue" charset="0"/>
              </a:rPr>
              <a:t>Click to edit Master text styles</a:t>
            </a:r>
          </a:p>
          <a:p>
            <a:pPr lvl="1"/>
            <a:r>
              <a:rPr lang="en-US" altLang="pl-PL" noProof="0">
                <a:sym typeface="Helvetica Neue" charset="0"/>
              </a:rPr>
              <a:t>Second level</a:t>
            </a:r>
          </a:p>
          <a:p>
            <a:pPr lvl="2"/>
            <a:r>
              <a:rPr lang="en-US" altLang="pl-PL" noProof="0">
                <a:sym typeface="Helvetica Neue" charset="0"/>
              </a:rPr>
              <a:t>Third level</a:t>
            </a:r>
          </a:p>
          <a:p>
            <a:pPr lvl="3"/>
            <a:r>
              <a:rPr lang="en-US" altLang="pl-PL" noProof="0">
                <a:sym typeface="Helvetica Neue" charset="0"/>
              </a:rPr>
              <a:t>Fourth level</a:t>
            </a:r>
          </a:p>
          <a:p>
            <a:pPr lvl="4"/>
            <a:r>
              <a:rPr lang="en-US" altLang="pl-PL" noProof="0">
                <a:sym typeface="Helvetica Neue" charset="0"/>
              </a:rPr>
              <a:t>Fifth level</a:t>
            </a:r>
          </a:p>
        </p:txBody>
      </p:sp>
    </p:spTree>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kern="1200">
        <a:solidFill>
          <a:srgbClr val="000000"/>
        </a:solidFill>
        <a:latin typeface="Helvetica Neue" charset="0"/>
        <a:ea typeface="Helvetica Neue" charset="0"/>
        <a:cs typeface="Helvetica Neue" charset="0"/>
        <a:sym typeface="Helvetica Neue" charset="0"/>
      </a:defRPr>
    </a:lvl1pPr>
    <a:lvl2pPr indent="228600" algn="l" rtl="0" eaLnBrk="0" fontAlgn="base" hangingPunct="0">
      <a:spcBef>
        <a:spcPct val="0"/>
      </a:spcBef>
      <a:spcAft>
        <a:spcPct val="0"/>
      </a:spcAft>
      <a:defRPr kern="1200">
        <a:solidFill>
          <a:srgbClr val="000000"/>
        </a:solidFill>
        <a:latin typeface="Helvetica Neue" charset="0"/>
        <a:ea typeface="Helvetica Neue" charset="0"/>
        <a:cs typeface="Helvetica Neue" charset="0"/>
        <a:sym typeface="Helvetica Neue" charset="0"/>
      </a:defRPr>
    </a:lvl2pPr>
    <a:lvl3pPr indent="457200" algn="l" rtl="0" eaLnBrk="0" fontAlgn="base" hangingPunct="0">
      <a:spcBef>
        <a:spcPct val="0"/>
      </a:spcBef>
      <a:spcAft>
        <a:spcPct val="0"/>
      </a:spcAft>
      <a:defRPr kern="1200">
        <a:solidFill>
          <a:srgbClr val="000000"/>
        </a:solidFill>
        <a:latin typeface="Helvetica Neue" charset="0"/>
        <a:ea typeface="Helvetica Neue" charset="0"/>
        <a:cs typeface="Helvetica Neue" charset="0"/>
        <a:sym typeface="Helvetica Neue" charset="0"/>
      </a:defRPr>
    </a:lvl3pPr>
    <a:lvl4pPr indent="685800" algn="l" rtl="0" eaLnBrk="0" fontAlgn="base" hangingPunct="0">
      <a:spcBef>
        <a:spcPct val="0"/>
      </a:spcBef>
      <a:spcAft>
        <a:spcPct val="0"/>
      </a:spcAft>
      <a:defRPr kern="1200">
        <a:solidFill>
          <a:srgbClr val="000000"/>
        </a:solidFill>
        <a:latin typeface="Helvetica Neue" charset="0"/>
        <a:ea typeface="Helvetica Neue" charset="0"/>
        <a:cs typeface="Helvetica Neue" charset="0"/>
        <a:sym typeface="Helvetica Neue" charset="0"/>
      </a:defRPr>
    </a:lvl4pPr>
    <a:lvl5pPr indent="914400" algn="l" rtl="0" eaLnBrk="0" fontAlgn="base" hangingPunct="0">
      <a:spcBef>
        <a:spcPct val="0"/>
      </a:spcBef>
      <a:spcAft>
        <a:spcPct val="0"/>
      </a:spcAft>
      <a:defRPr kern="1200">
        <a:solidFill>
          <a:srgbClr val="000000"/>
        </a:solidFill>
        <a:latin typeface="Helvetica Neue" charset="0"/>
        <a:ea typeface="Helvetica Neue" charset="0"/>
        <a:cs typeface="Helvetica Neue" charset="0"/>
        <a:sym typeface="Helvetica Neue"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Dzień dobry Państwu. Nazywam się Miłosz Stec. Mam przyjemność przedstawić wyniki mojej pracy inżynierskiej pod tytułem: 'Projekt i wykonanie systemu lokalizacji pojazdu'. Praca została zrealizowana pod opieką Pana dr inż. Grzegorza Góry.</a:t>
            </a:r>
          </a:p>
        </p:txBody>
      </p:sp>
    </p:spTree>
    <p:extLst>
      <p:ext uri="{BB962C8B-B14F-4D97-AF65-F5344CB8AC3E}">
        <p14:creationId xmlns:p14="http://schemas.microsoft.com/office/powerpoint/2010/main" val="26988655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Na motywację do podjęcia tego tematu złożyło się kilka czynników:</a:t>
            </a:r>
          </a:p>
          <a:p>
            <a:r>
              <a:rPr lang="pl-PL" b="1" dirty="0"/>
              <a:t>Po pierwsze</a:t>
            </a:r>
            <a:r>
              <a:rPr lang="pl-PL" dirty="0"/>
              <a:t>, aspekt edukacyjny. Moim głównym celem osobistym była chęć zdobycia praktycznej wiedzy inżynierskiej. Zależało mi na połączeniu projektowania urządzeń Internetu Rzeczy (IoT) z programowaniem mikrokontrolerów, co stanowi fundament nowoczesnej elektroniki. </a:t>
            </a:r>
          </a:p>
          <a:p>
            <a:r>
              <a:rPr lang="pl-PL" b="1" dirty="0"/>
              <a:t>Drugim czynnikiem </a:t>
            </a:r>
            <a:r>
              <a:rPr lang="pl-PL" b="0" dirty="0"/>
              <a:t>był aspekt ekonomiczny. Analiza rynku wykazała, że gotowe systemy są kosztowne. Mój projekt stanowi tańszą alternatywę.</a:t>
            </a:r>
          </a:p>
          <a:p>
            <a:r>
              <a:rPr lang="pl-PL" b="1" dirty="0"/>
              <a:t>Ostatnim elementem </a:t>
            </a:r>
            <a:r>
              <a:rPr lang="pl-PL" dirty="0"/>
              <a:t>motywacji jest rosnące zapotrzebowanie rynkowe. Obserwujemy duży popyt na narzędzia pozwalające na precyzyjną analizę przebytych tras oraz monitorowanie parametrów eksploatacyjnych pojazdów, zarówno w firmach logistycznych, jak i w zastosowaniach prywatnych.</a:t>
            </a:r>
          </a:p>
        </p:txBody>
      </p:sp>
    </p:spTree>
    <p:extLst>
      <p:ext uri="{BB962C8B-B14F-4D97-AF65-F5344CB8AC3E}">
        <p14:creationId xmlns:p14="http://schemas.microsoft.com/office/powerpoint/2010/main" val="415846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Przechodząc do sedna pracy: celem było zaprojektowanie urządzenia opartego na mikrokontrolerze ESP32. Zdefiniowałem cztery kluczowe założenia projektowe:</a:t>
            </a:r>
          </a:p>
          <a:p>
            <a:r>
              <a:rPr lang="pl-PL" b="1" dirty="0"/>
              <a:t>Praca offline:</a:t>
            </a:r>
            <a:r>
              <a:rPr lang="pl-PL" dirty="0"/>
              <a:t> Urządzenie musi gromadzić dane nawet przy braku zasięgu. </a:t>
            </a:r>
          </a:p>
          <a:p>
            <a:r>
              <a:rPr lang="pl-PL" b="1" dirty="0"/>
              <a:t>Synchronizacja:</a:t>
            </a:r>
            <a:r>
              <a:rPr lang="pl-PL" dirty="0"/>
              <a:t> Po odzyskaniu połączenia WiFi dane mają automatycznie trafić na serwer. </a:t>
            </a:r>
          </a:p>
          <a:p>
            <a:r>
              <a:rPr lang="pl-PL" b="1" dirty="0"/>
              <a:t>Skalowalność:</a:t>
            </a:r>
            <a:r>
              <a:rPr lang="pl-PL" dirty="0"/>
              <a:t> Możliwość rozszerzenia o interfejs OBD2 i dodatkowe czujniki. </a:t>
            </a:r>
          </a:p>
          <a:p>
            <a:r>
              <a:rPr lang="pl-PL" b="1" dirty="0"/>
              <a:t>Open-source:</a:t>
            </a:r>
            <a:r>
              <a:rPr lang="pl-PL" dirty="0"/>
              <a:t> Oprogramowanie ma być otwarte i modyfikowalne." </a:t>
            </a:r>
          </a:p>
          <a:p>
            <a:endParaRPr lang="pl-PL" dirty="0"/>
          </a:p>
        </p:txBody>
      </p:sp>
    </p:spTree>
    <p:extLst>
      <p:ext uri="{BB962C8B-B14F-4D97-AF65-F5344CB8AC3E}">
        <p14:creationId xmlns:p14="http://schemas.microsoft.com/office/powerpoint/2010/main" val="36632941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b="0" i="0" kern="1200" dirty="0">
                <a:solidFill>
                  <a:srgbClr val="000000"/>
                </a:solidFill>
                <a:effectLst/>
                <a:latin typeface="Helvetica Neue" charset="0"/>
                <a:ea typeface="Helvetica Neue" charset="0"/>
                <a:cs typeface="Helvetica Neue" charset="0"/>
                <a:sym typeface="Helvetica Neue" charset="0"/>
              </a:rPr>
              <a:t>Sercem systemu jest oprogramowanie oparte na systemie czasu rzeczywistego FreeRTOS. Widoczny na slajdzie schemat jest pewnym uproszczeniem i prezentuje ogólną logikę pracy w trybie standardowym. W rzeczywistości, dzięki RTOS, kluczowe zadania realizowane są równolegle. Akwizycja danych z GNSS, odczyt z magistrali CAN oraz obsługa zapisu na kartę SD to niezależne wątki. Schemat pokazuje ścieżkę zapisu do pliku „</a:t>
            </a:r>
            <a:r>
              <a:rPr lang="pl-PL" b="0" i="0" kern="1200" dirty="0" err="1">
                <a:solidFill>
                  <a:srgbClr val="000000"/>
                </a:solidFill>
                <a:effectLst/>
                <a:latin typeface="Helvetica Neue" charset="0"/>
                <a:ea typeface="Helvetica Neue" charset="0"/>
                <a:cs typeface="Helvetica Neue" charset="0"/>
                <a:sym typeface="Helvetica Neue" charset="0"/>
              </a:rPr>
              <a:t>Pending</a:t>
            </a:r>
            <a:r>
              <a:rPr lang="pl-PL" b="0" i="0" kern="1200" dirty="0">
                <a:solidFill>
                  <a:srgbClr val="000000"/>
                </a:solidFill>
                <a:effectLst/>
                <a:latin typeface="Helvetica Neue" charset="0"/>
                <a:ea typeface="Helvetica Neue" charset="0"/>
                <a:cs typeface="Helvetica Neue" charset="0"/>
                <a:sym typeface="Helvetica Neue" charset="0"/>
              </a:rPr>
              <a:t>” przy braku sieci. Warto jednak dodać, że mechanizm retransmisji tych danych działa w tle – system automatycznie wysyła zaległe pakiety w momentach mniejszego obciążenia, nie blokując bieżących pomiarów.</a:t>
            </a:r>
            <a:endParaRPr lang="pl-PL" b="0" dirty="0"/>
          </a:p>
        </p:txBody>
      </p:sp>
    </p:spTree>
    <p:extLst>
      <p:ext uri="{BB962C8B-B14F-4D97-AF65-F5344CB8AC3E}">
        <p14:creationId xmlns:p14="http://schemas.microsoft.com/office/powerpoint/2010/main" val="21933351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Fizyczna realizacja prototypu została przedstawiona na tym slajdzie. Widać tutaj moduł GNSS, mikrokontroler ESP32 oraz ogniwo zasilające 18650. Całość została zamknięta w zaprojektowanej i wydrukowanej w technologii 3D obudowie, co zapewnia ochronę mechaniczną.</a:t>
            </a:r>
          </a:p>
        </p:txBody>
      </p:sp>
    </p:spTree>
    <p:extLst>
      <p:ext uri="{BB962C8B-B14F-4D97-AF65-F5344CB8AC3E}">
        <p14:creationId xmlns:p14="http://schemas.microsoft.com/office/powerpoint/2010/main" val="41809089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Do wizualizacji danych wykorzystano platformę ThingsBoard. Na slajdzie widzimy rzeczywisty zapis trasy przejazdu na odcinku Kraków – Tarnów. Potwierdza to, że precyzja pozycjonowania modułu GNSS jest wystarczająca do dokładnego śledzenia trasy, a ciągłość linii świadczy o poprawnym działaniu buforowania danych.</a:t>
            </a:r>
          </a:p>
        </p:txBody>
      </p:sp>
    </p:spTree>
    <p:extLst>
      <p:ext uri="{BB962C8B-B14F-4D97-AF65-F5344CB8AC3E}">
        <p14:creationId xmlns:p14="http://schemas.microsoft.com/office/powerpoint/2010/main" val="1368886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System oferuje również panel analityczny. Widzimy tu aktualne odczyty (temperatura, prędkość) oraz, co ważniejsze, wykresy historyczne. Na wykresie liniowym zestawiono prędkość, wysokość n.p.m. oraz temperaturę. Pozwala to na korelację parametrów jazdy z ukształtowaniem terenu.</a:t>
            </a:r>
          </a:p>
        </p:txBody>
      </p:sp>
    </p:spTree>
    <p:extLst>
      <p:ext uri="{BB962C8B-B14F-4D97-AF65-F5344CB8AC3E}">
        <p14:creationId xmlns:p14="http://schemas.microsoft.com/office/powerpoint/2010/main" val="15767870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Zakładka '</a:t>
            </a:r>
            <a:r>
              <a:rPr lang="pl-PL" dirty="0" err="1"/>
              <a:t>Settings</a:t>
            </a:r>
            <a:r>
              <a:rPr lang="pl-PL" dirty="0"/>
              <a:t>' pozwala na zdalną konfigurację urządzenia bez fizycznego dostępu do niego. Możemy zmieniać np. częstotliwość akwizycji danych czy interwały próby łączenia z WiFi, co pozwala optymalizować zużycie energii w zależności od potrzeb. Niestety działa to tylko przy poprawnym połączeniu WiFi.</a:t>
            </a:r>
          </a:p>
        </p:txBody>
      </p:sp>
    </p:spTree>
    <p:extLst>
      <p:ext uri="{BB962C8B-B14F-4D97-AF65-F5344CB8AC3E}">
        <p14:creationId xmlns:p14="http://schemas.microsoft.com/office/powerpoint/2010/main" val="23566214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Podsumowując, cel pracy został osiągnięty. Projekt ma jednak duży potencjał rozwojowy. Kolejnymi krokami, które zaplanowałem, są:</a:t>
            </a:r>
          </a:p>
          <a:p>
            <a:endParaRPr lang="pl-PL" dirty="0"/>
          </a:p>
          <a:p>
            <a:r>
              <a:rPr lang="pl-PL" dirty="0"/>
              <a:t>Zaprojektowanie dedykowanej płytki PCB zamiast układu prototypowego, </a:t>
            </a:r>
          </a:p>
          <a:p>
            <a:r>
              <a:rPr lang="pl-PL" dirty="0"/>
              <a:t>Dodanie modułu GSM, co uniezależniłoby urządzenie od WiFi i pozwoliło na śledzenie w czasie rzeczywistym, </a:t>
            </a:r>
          </a:p>
          <a:p>
            <a:r>
              <a:rPr lang="pl-PL" dirty="0"/>
              <a:t>Wdrożenie szyfrowania danych na karcie SD dla bezpieczeństwa.</a:t>
            </a:r>
          </a:p>
          <a:p>
            <a:endParaRPr lang="pl-PL" dirty="0"/>
          </a:p>
          <a:p>
            <a:r>
              <a:rPr lang="pl-PL" dirty="0"/>
              <a:t>Kończąc, chciałbym podkreślić najważniejsze wnioski:</a:t>
            </a:r>
          </a:p>
          <a:p>
            <a:endParaRPr lang="pl-PL" dirty="0"/>
          </a:p>
          <a:p>
            <a:r>
              <a:rPr lang="pl-PL" dirty="0"/>
              <a:t>Urządzenie w pełni realizuje założone funkcje akwizycji i transmisji danych. </a:t>
            </a:r>
          </a:p>
          <a:p>
            <a:r>
              <a:rPr lang="pl-PL" dirty="0"/>
              <a:t>Potwierdziłem poprawność integracji warstwy sprzętowej z oprogramowaniem i chmurą. </a:t>
            </a:r>
          </a:p>
          <a:p>
            <a:r>
              <a:rPr lang="pl-PL" dirty="0"/>
              <a:t>Zastosowany moduł GNSS zapewnia wystarczającą precyzję do śledzenia trasy pojazdu.</a:t>
            </a:r>
          </a:p>
          <a:p>
            <a:r>
              <a:rPr lang="pl-PL" dirty="0"/>
              <a:t> </a:t>
            </a:r>
          </a:p>
          <a:p>
            <a:endParaRPr lang="pl-PL" dirty="0"/>
          </a:p>
        </p:txBody>
      </p:sp>
    </p:spTree>
    <p:extLst>
      <p:ext uri="{BB962C8B-B14F-4D97-AF65-F5344CB8AC3E}">
        <p14:creationId xmlns:p14="http://schemas.microsoft.com/office/powerpoint/2010/main" val="1973084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itle 1"/>
          <p:cNvSpPr>
            <a:spLocks noGrp="1"/>
          </p:cNvSpPr>
          <p:nvPr>
            <p:ph type="ctrTitle"/>
          </p:nvPr>
        </p:nvSpPr>
        <p:spPr>
          <a:xfrm>
            <a:off x="1679178" y="1236678"/>
            <a:ext cx="10075069" cy="2630781"/>
          </a:xfrm>
        </p:spPr>
        <p:txBody>
          <a:bodyPr anchor="b"/>
          <a:lstStyle>
            <a:lvl1pPr algn="ctr">
              <a:defRPr sz="6611"/>
            </a:lvl1pPr>
          </a:lstStyle>
          <a:p>
            <a:r>
              <a:rPr lang="pl-PL"/>
              <a:t>Kliknij, aby edytować styl</a:t>
            </a:r>
            <a:endParaRPr lang="en-US" dirty="0"/>
          </a:p>
        </p:txBody>
      </p:sp>
      <p:sp>
        <p:nvSpPr>
          <p:cNvPr id="3" name="Subtitle 2"/>
          <p:cNvSpPr>
            <a:spLocks noGrp="1"/>
          </p:cNvSpPr>
          <p:nvPr>
            <p:ph type="subTitle" idx="1"/>
          </p:nvPr>
        </p:nvSpPr>
        <p:spPr>
          <a:xfrm>
            <a:off x="1679178" y="3968912"/>
            <a:ext cx="10075069" cy="1824404"/>
          </a:xfrm>
        </p:spPr>
        <p:txBody>
          <a:bodyPr/>
          <a:lstStyle>
            <a:lvl1pPr marL="0" indent="0" algn="ctr">
              <a:buNone/>
              <a:defRPr sz="2644"/>
            </a:lvl1pPr>
            <a:lvl2pPr marL="503743" indent="0" algn="ctr">
              <a:buNone/>
              <a:defRPr sz="2204"/>
            </a:lvl2pPr>
            <a:lvl3pPr marL="1007486" indent="0" algn="ctr">
              <a:buNone/>
              <a:defRPr sz="1983"/>
            </a:lvl3pPr>
            <a:lvl4pPr marL="1511229" indent="0" algn="ctr">
              <a:buNone/>
              <a:defRPr sz="1763"/>
            </a:lvl4pPr>
            <a:lvl5pPr marL="2014972" indent="0" algn="ctr">
              <a:buNone/>
              <a:defRPr sz="1763"/>
            </a:lvl5pPr>
            <a:lvl6pPr marL="2518715" indent="0" algn="ctr">
              <a:buNone/>
              <a:defRPr sz="1763"/>
            </a:lvl6pPr>
            <a:lvl7pPr marL="3022458" indent="0" algn="ctr">
              <a:buNone/>
              <a:defRPr sz="1763"/>
            </a:lvl7pPr>
            <a:lvl8pPr marL="3526201" indent="0" algn="ctr">
              <a:buNone/>
              <a:defRPr sz="1763"/>
            </a:lvl8pPr>
            <a:lvl9pPr marL="4029944" indent="0" algn="ctr">
              <a:buNone/>
              <a:defRPr sz="1763"/>
            </a:lvl9pPr>
          </a:lstStyle>
          <a:p>
            <a:r>
              <a:rPr lang="pl-PL"/>
              <a:t>Kliknij, aby edytować styl wzorca podtytułu</a:t>
            </a:r>
            <a:endParaRPr lang="en-US" dirty="0"/>
          </a:p>
        </p:txBody>
      </p:sp>
      <p:sp>
        <p:nvSpPr>
          <p:cNvPr id="4" name="Date Placeholder 3">
            <a:extLst>
              <a:ext uri="{FF2B5EF4-FFF2-40B4-BE49-F238E27FC236}">
                <a16:creationId xmlns:a16="http://schemas.microsoft.com/office/drawing/2014/main" id="{AB5AC4E4-772C-7E84-435A-BA635BB371B7}"/>
              </a:ext>
            </a:extLst>
          </p:cNvPr>
          <p:cNvSpPr>
            <a:spLocks noGrp="1"/>
          </p:cNvSpPr>
          <p:nvPr>
            <p:ph type="dt" sz="half" idx="10"/>
          </p:nvPr>
        </p:nvSpPr>
        <p:spPr/>
        <p:txBody>
          <a:bodyPr/>
          <a:lstStyle>
            <a:lvl1pPr>
              <a:defRPr/>
            </a:lvl1pPr>
          </a:lstStyle>
          <a:p>
            <a:pPr>
              <a:defRPr/>
            </a:pPr>
            <a:fld id="{81B03C2B-2C1E-4583-A891-D73BE03A7B8E}" type="datetimeFigureOut">
              <a:rPr lang="en-US"/>
              <a:pPr>
                <a:defRPr/>
              </a:pPr>
              <a:t>1/20/2026</a:t>
            </a:fld>
            <a:endParaRPr lang="en-US"/>
          </a:p>
        </p:txBody>
      </p:sp>
      <p:sp>
        <p:nvSpPr>
          <p:cNvPr id="5" name="Footer Placeholder 4">
            <a:extLst>
              <a:ext uri="{FF2B5EF4-FFF2-40B4-BE49-F238E27FC236}">
                <a16:creationId xmlns:a16="http://schemas.microsoft.com/office/drawing/2014/main" id="{ED42B0ED-119D-41F1-B22E-21A796B1BA4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1A406FD-2BD3-5243-3908-0080F100677B}"/>
              </a:ext>
            </a:extLst>
          </p:cNvPr>
          <p:cNvSpPr>
            <a:spLocks noGrp="1"/>
          </p:cNvSpPr>
          <p:nvPr>
            <p:ph type="sldNum" sz="quarter" idx="12"/>
          </p:nvPr>
        </p:nvSpPr>
        <p:spPr/>
        <p:txBody>
          <a:bodyPr/>
          <a:lstStyle>
            <a:lvl1pPr>
              <a:defRPr/>
            </a:lvl1pPr>
          </a:lstStyle>
          <a:p>
            <a:fld id="{A865BE4F-0986-4505-996E-FD5FEB81C684}" type="slidenum">
              <a:rPr lang="en-US" altLang="pl-PL"/>
              <a:pPr/>
              <a:t>‹#›</a:t>
            </a:fld>
            <a:endParaRPr lang="en-US" altLang="pl-PL"/>
          </a:p>
        </p:txBody>
      </p:sp>
    </p:spTree>
    <p:extLst>
      <p:ext uri="{BB962C8B-B14F-4D97-AF65-F5344CB8AC3E}">
        <p14:creationId xmlns:p14="http://schemas.microsoft.com/office/powerpoint/2010/main" val="1222415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a:extLst>
              <a:ext uri="{FF2B5EF4-FFF2-40B4-BE49-F238E27FC236}">
                <a16:creationId xmlns:a16="http://schemas.microsoft.com/office/drawing/2014/main" id="{258E2081-08DA-7FA9-0E02-387FA71109CA}"/>
              </a:ext>
            </a:extLst>
          </p:cNvPr>
          <p:cNvSpPr>
            <a:spLocks noGrp="1"/>
          </p:cNvSpPr>
          <p:nvPr>
            <p:ph type="dt" sz="half" idx="10"/>
          </p:nvPr>
        </p:nvSpPr>
        <p:spPr/>
        <p:txBody>
          <a:bodyPr/>
          <a:lstStyle>
            <a:lvl1pPr>
              <a:defRPr/>
            </a:lvl1pPr>
          </a:lstStyle>
          <a:p>
            <a:pPr>
              <a:defRPr/>
            </a:pPr>
            <a:fld id="{D18CBA4B-6935-4142-8656-810B185310D8}" type="datetimeFigureOut">
              <a:rPr lang="en-US"/>
              <a:pPr>
                <a:defRPr/>
              </a:pPr>
              <a:t>1/20/2026</a:t>
            </a:fld>
            <a:endParaRPr lang="en-US"/>
          </a:p>
        </p:txBody>
      </p:sp>
      <p:sp>
        <p:nvSpPr>
          <p:cNvPr id="5" name="Footer Placeholder 4">
            <a:extLst>
              <a:ext uri="{FF2B5EF4-FFF2-40B4-BE49-F238E27FC236}">
                <a16:creationId xmlns:a16="http://schemas.microsoft.com/office/drawing/2014/main" id="{2ADB09AA-B078-B3F5-10C2-6B388819600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1A9CD10-1A9A-6C4A-2ED9-8DA34A59F63A}"/>
              </a:ext>
            </a:extLst>
          </p:cNvPr>
          <p:cNvSpPr>
            <a:spLocks noGrp="1"/>
          </p:cNvSpPr>
          <p:nvPr>
            <p:ph type="sldNum" sz="quarter" idx="12"/>
          </p:nvPr>
        </p:nvSpPr>
        <p:spPr/>
        <p:txBody>
          <a:bodyPr/>
          <a:lstStyle>
            <a:lvl1pPr>
              <a:defRPr/>
            </a:lvl1pPr>
          </a:lstStyle>
          <a:p>
            <a:fld id="{5D2847B0-3EB4-4890-B5B7-F12483741146}" type="slidenum">
              <a:rPr lang="en-US" altLang="pl-PL"/>
              <a:pPr/>
              <a:t>‹#›</a:t>
            </a:fld>
            <a:endParaRPr lang="en-US" altLang="pl-PL"/>
          </a:p>
        </p:txBody>
      </p:sp>
    </p:spTree>
    <p:extLst>
      <p:ext uri="{BB962C8B-B14F-4D97-AF65-F5344CB8AC3E}">
        <p14:creationId xmlns:p14="http://schemas.microsoft.com/office/powerpoint/2010/main" val="588678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itle 1"/>
          <p:cNvSpPr>
            <a:spLocks noGrp="1"/>
          </p:cNvSpPr>
          <p:nvPr>
            <p:ph type="title"/>
          </p:nvPr>
        </p:nvSpPr>
        <p:spPr>
          <a:xfrm>
            <a:off x="916551" y="1883878"/>
            <a:ext cx="11586329" cy="3143294"/>
          </a:xfrm>
        </p:spPr>
        <p:txBody>
          <a:bodyPr anchor="b"/>
          <a:lstStyle>
            <a:lvl1pPr>
              <a:defRPr sz="6611"/>
            </a:lvl1pPr>
          </a:lstStyle>
          <a:p>
            <a:r>
              <a:rPr lang="pl-PL"/>
              <a:t>Kliknij, aby edytować styl</a:t>
            </a:r>
            <a:endParaRPr lang="en-US" dirty="0"/>
          </a:p>
        </p:txBody>
      </p:sp>
      <p:sp>
        <p:nvSpPr>
          <p:cNvPr id="3" name="Text Placeholder 2"/>
          <p:cNvSpPr>
            <a:spLocks noGrp="1"/>
          </p:cNvSpPr>
          <p:nvPr>
            <p:ph type="body" idx="1"/>
          </p:nvPr>
        </p:nvSpPr>
        <p:spPr>
          <a:xfrm>
            <a:off x="916551" y="5056909"/>
            <a:ext cx="11586329" cy="1652984"/>
          </a:xfrm>
        </p:spPr>
        <p:txBody>
          <a:bodyPr/>
          <a:lstStyle>
            <a:lvl1pPr marL="0" indent="0">
              <a:buNone/>
              <a:defRPr sz="2644">
                <a:solidFill>
                  <a:schemeClr val="tx1">
                    <a:tint val="75000"/>
                  </a:schemeClr>
                </a:solidFill>
              </a:defRPr>
            </a:lvl1pPr>
            <a:lvl2pPr marL="503743" indent="0">
              <a:buNone/>
              <a:defRPr sz="2204">
                <a:solidFill>
                  <a:schemeClr val="tx1">
                    <a:tint val="75000"/>
                  </a:schemeClr>
                </a:solidFill>
              </a:defRPr>
            </a:lvl2pPr>
            <a:lvl3pPr marL="1007486" indent="0">
              <a:buNone/>
              <a:defRPr sz="1983">
                <a:solidFill>
                  <a:schemeClr val="tx1">
                    <a:tint val="75000"/>
                  </a:schemeClr>
                </a:solidFill>
              </a:defRPr>
            </a:lvl3pPr>
            <a:lvl4pPr marL="1511229" indent="0">
              <a:buNone/>
              <a:defRPr sz="1763">
                <a:solidFill>
                  <a:schemeClr val="tx1">
                    <a:tint val="75000"/>
                  </a:schemeClr>
                </a:solidFill>
              </a:defRPr>
            </a:lvl4pPr>
            <a:lvl5pPr marL="2014972" indent="0">
              <a:buNone/>
              <a:defRPr sz="1763">
                <a:solidFill>
                  <a:schemeClr val="tx1">
                    <a:tint val="75000"/>
                  </a:schemeClr>
                </a:solidFill>
              </a:defRPr>
            </a:lvl5pPr>
            <a:lvl6pPr marL="2518715" indent="0">
              <a:buNone/>
              <a:defRPr sz="1763">
                <a:solidFill>
                  <a:schemeClr val="tx1">
                    <a:tint val="75000"/>
                  </a:schemeClr>
                </a:solidFill>
              </a:defRPr>
            </a:lvl6pPr>
            <a:lvl7pPr marL="3022458" indent="0">
              <a:buNone/>
              <a:defRPr sz="1763">
                <a:solidFill>
                  <a:schemeClr val="tx1">
                    <a:tint val="75000"/>
                  </a:schemeClr>
                </a:solidFill>
              </a:defRPr>
            </a:lvl7pPr>
            <a:lvl8pPr marL="3526201" indent="0">
              <a:buNone/>
              <a:defRPr sz="1763">
                <a:solidFill>
                  <a:schemeClr val="tx1">
                    <a:tint val="75000"/>
                  </a:schemeClr>
                </a:solidFill>
              </a:defRPr>
            </a:lvl8pPr>
            <a:lvl9pPr marL="4029944" indent="0">
              <a:buNone/>
              <a:defRPr sz="1763">
                <a:solidFill>
                  <a:schemeClr val="tx1">
                    <a:tint val="75000"/>
                  </a:schemeClr>
                </a:solidFill>
              </a:defRPr>
            </a:lvl9pPr>
          </a:lstStyle>
          <a:p>
            <a:pPr lvl="0"/>
            <a:r>
              <a:rPr lang="pl-PL"/>
              <a:t>Kliknij, aby edytować style wzorca tekstu</a:t>
            </a:r>
          </a:p>
        </p:txBody>
      </p:sp>
      <p:sp>
        <p:nvSpPr>
          <p:cNvPr id="4" name="Date Placeholder 3">
            <a:extLst>
              <a:ext uri="{FF2B5EF4-FFF2-40B4-BE49-F238E27FC236}">
                <a16:creationId xmlns:a16="http://schemas.microsoft.com/office/drawing/2014/main" id="{C3BB1649-E7A2-93E1-4372-9F9C73340841}"/>
              </a:ext>
            </a:extLst>
          </p:cNvPr>
          <p:cNvSpPr>
            <a:spLocks noGrp="1"/>
          </p:cNvSpPr>
          <p:nvPr>
            <p:ph type="dt" sz="half" idx="10"/>
          </p:nvPr>
        </p:nvSpPr>
        <p:spPr/>
        <p:txBody>
          <a:bodyPr/>
          <a:lstStyle>
            <a:lvl1pPr>
              <a:defRPr/>
            </a:lvl1pPr>
          </a:lstStyle>
          <a:p>
            <a:pPr>
              <a:defRPr/>
            </a:pPr>
            <a:fld id="{5E906C1C-157A-46EC-8916-79A0ECEE304D}" type="datetimeFigureOut">
              <a:rPr lang="en-US"/>
              <a:pPr>
                <a:defRPr/>
              </a:pPr>
              <a:t>1/20/2026</a:t>
            </a:fld>
            <a:endParaRPr lang="en-US"/>
          </a:p>
        </p:txBody>
      </p:sp>
      <p:sp>
        <p:nvSpPr>
          <p:cNvPr id="5" name="Footer Placeholder 4">
            <a:extLst>
              <a:ext uri="{FF2B5EF4-FFF2-40B4-BE49-F238E27FC236}">
                <a16:creationId xmlns:a16="http://schemas.microsoft.com/office/drawing/2014/main" id="{F61A1D85-3DF4-B1DE-A7F1-12793A06E31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41AA61A-3FD9-4036-4EBF-7285412826CC}"/>
              </a:ext>
            </a:extLst>
          </p:cNvPr>
          <p:cNvSpPr>
            <a:spLocks noGrp="1"/>
          </p:cNvSpPr>
          <p:nvPr>
            <p:ph type="sldNum" sz="quarter" idx="12"/>
          </p:nvPr>
        </p:nvSpPr>
        <p:spPr/>
        <p:txBody>
          <a:bodyPr/>
          <a:lstStyle>
            <a:lvl1pPr>
              <a:defRPr/>
            </a:lvl1pPr>
          </a:lstStyle>
          <a:p>
            <a:fld id="{0E02447A-182B-4D59-972B-35B83AF3BB25}" type="slidenum">
              <a:rPr lang="en-US" altLang="pl-PL"/>
              <a:pPr/>
              <a:t>‹#›</a:t>
            </a:fld>
            <a:endParaRPr lang="en-US" altLang="pl-PL"/>
          </a:p>
        </p:txBody>
      </p:sp>
    </p:spTree>
    <p:extLst>
      <p:ext uri="{BB962C8B-B14F-4D97-AF65-F5344CB8AC3E}">
        <p14:creationId xmlns:p14="http://schemas.microsoft.com/office/powerpoint/2010/main" val="1555544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sz="half" idx="1"/>
          </p:nvPr>
        </p:nvSpPr>
        <p:spPr>
          <a:xfrm>
            <a:off x="923548" y="2011568"/>
            <a:ext cx="5709206" cy="479453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Content Placeholder 3"/>
          <p:cNvSpPr>
            <a:spLocks noGrp="1"/>
          </p:cNvSpPr>
          <p:nvPr>
            <p:ph sz="half" idx="2"/>
          </p:nvPr>
        </p:nvSpPr>
        <p:spPr>
          <a:xfrm>
            <a:off x="6800671" y="2011568"/>
            <a:ext cx="5709206" cy="479453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Date Placeholder 3">
            <a:extLst>
              <a:ext uri="{FF2B5EF4-FFF2-40B4-BE49-F238E27FC236}">
                <a16:creationId xmlns:a16="http://schemas.microsoft.com/office/drawing/2014/main" id="{822395E7-BD15-5EF5-C59C-AB107B3A1318}"/>
              </a:ext>
            </a:extLst>
          </p:cNvPr>
          <p:cNvSpPr>
            <a:spLocks noGrp="1"/>
          </p:cNvSpPr>
          <p:nvPr>
            <p:ph type="dt" sz="half" idx="10"/>
          </p:nvPr>
        </p:nvSpPr>
        <p:spPr/>
        <p:txBody>
          <a:bodyPr/>
          <a:lstStyle>
            <a:lvl1pPr>
              <a:defRPr/>
            </a:lvl1pPr>
          </a:lstStyle>
          <a:p>
            <a:pPr>
              <a:defRPr/>
            </a:pPr>
            <a:fld id="{0355FFFD-DD3B-4231-B0CB-EE448412DBCF}" type="datetimeFigureOut">
              <a:rPr lang="en-US"/>
              <a:pPr>
                <a:defRPr/>
              </a:pPr>
              <a:t>1/20/2026</a:t>
            </a:fld>
            <a:endParaRPr lang="en-US"/>
          </a:p>
        </p:txBody>
      </p:sp>
      <p:sp>
        <p:nvSpPr>
          <p:cNvPr id="6" name="Footer Placeholder 4">
            <a:extLst>
              <a:ext uri="{FF2B5EF4-FFF2-40B4-BE49-F238E27FC236}">
                <a16:creationId xmlns:a16="http://schemas.microsoft.com/office/drawing/2014/main" id="{D5C5F5CE-1405-306F-7C0B-AE440DFA460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8CC5BBB-1A6E-3FE9-2E49-B77C19D8AF52}"/>
              </a:ext>
            </a:extLst>
          </p:cNvPr>
          <p:cNvSpPr>
            <a:spLocks noGrp="1"/>
          </p:cNvSpPr>
          <p:nvPr>
            <p:ph type="sldNum" sz="quarter" idx="12"/>
          </p:nvPr>
        </p:nvSpPr>
        <p:spPr/>
        <p:txBody>
          <a:bodyPr/>
          <a:lstStyle>
            <a:lvl1pPr>
              <a:defRPr/>
            </a:lvl1pPr>
          </a:lstStyle>
          <a:p>
            <a:fld id="{7C19D005-621D-4544-87E8-7E13F352A9B8}" type="slidenum">
              <a:rPr lang="en-US" altLang="pl-PL"/>
              <a:pPr/>
              <a:t>‹#›</a:t>
            </a:fld>
            <a:endParaRPr lang="en-US" altLang="pl-PL"/>
          </a:p>
        </p:txBody>
      </p:sp>
    </p:spTree>
    <p:extLst>
      <p:ext uri="{BB962C8B-B14F-4D97-AF65-F5344CB8AC3E}">
        <p14:creationId xmlns:p14="http://schemas.microsoft.com/office/powerpoint/2010/main" val="3923283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itle 1"/>
          <p:cNvSpPr>
            <a:spLocks noGrp="1"/>
          </p:cNvSpPr>
          <p:nvPr>
            <p:ph type="title"/>
          </p:nvPr>
        </p:nvSpPr>
        <p:spPr>
          <a:xfrm>
            <a:off x="925298" y="402314"/>
            <a:ext cx="11586329" cy="1460574"/>
          </a:xfrm>
        </p:spPr>
        <p:txBody>
          <a:bodyPr/>
          <a:lstStyle/>
          <a:p>
            <a:r>
              <a:rPr lang="pl-PL"/>
              <a:t>Kliknij, aby edytować styl</a:t>
            </a:r>
            <a:endParaRPr lang="en-US" dirty="0"/>
          </a:p>
        </p:txBody>
      </p:sp>
      <p:sp>
        <p:nvSpPr>
          <p:cNvPr id="3" name="Text Placeholder 2"/>
          <p:cNvSpPr>
            <a:spLocks noGrp="1"/>
          </p:cNvSpPr>
          <p:nvPr>
            <p:ph type="body" idx="1"/>
          </p:nvPr>
        </p:nvSpPr>
        <p:spPr>
          <a:xfrm>
            <a:off x="925298" y="1852393"/>
            <a:ext cx="5682968" cy="907829"/>
          </a:xfrm>
        </p:spPr>
        <p:txBody>
          <a:bodyPr anchor="b"/>
          <a:lstStyle>
            <a:lvl1pPr marL="0" indent="0">
              <a:buNone/>
              <a:defRPr sz="2644" b="1"/>
            </a:lvl1pPr>
            <a:lvl2pPr marL="503743" indent="0">
              <a:buNone/>
              <a:defRPr sz="2204" b="1"/>
            </a:lvl2pPr>
            <a:lvl3pPr marL="1007486" indent="0">
              <a:buNone/>
              <a:defRPr sz="1983" b="1"/>
            </a:lvl3pPr>
            <a:lvl4pPr marL="1511229" indent="0">
              <a:buNone/>
              <a:defRPr sz="1763" b="1"/>
            </a:lvl4pPr>
            <a:lvl5pPr marL="2014972" indent="0">
              <a:buNone/>
              <a:defRPr sz="1763" b="1"/>
            </a:lvl5pPr>
            <a:lvl6pPr marL="2518715" indent="0">
              <a:buNone/>
              <a:defRPr sz="1763" b="1"/>
            </a:lvl6pPr>
            <a:lvl7pPr marL="3022458" indent="0">
              <a:buNone/>
              <a:defRPr sz="1763" b="1"/>
            </a:lvl7pPr>
            <a:lvl8pPr marL="3526201" indent="0">
              <a:buNone/>
              <a:defRPr sz="1763" b="1"/>
            </a:lvl8pPr>
            <a:lvl9pPr marL="4029944" indent="0">
              <a:buNone/>
              <a:defRPr sz="1763" b="1"/>
            </a:lvl9pPr>
          </a:lstStyle>
          <a:p>
            <a:pPr lvl="0"/>
            <a:r>
              <a:rPr lang="pl-PL"/>
              <a:t>Kliknij, aby edytować style wzorca tekstu</a:t>
            </a:r>
          </a:p>
        </p:txBody>
      </p:sp>
      <p:sp>
        <p:nvSpPr>
          <p:cNvPr id="4" name="Content Placeholder 3"/>
          <p:cNvSpPr>
            <a:spLocks noGrp="1"/>
          </p:cNvSpPr>
          <p:nvPr>
            <p:ph sz="half" idx="2"/>
          </p:nvPr>
        </p:nvSpPr>
        <p:spPr>
          <a:xfrm>
            <a:off x="925298" y="2760222"/>
            <a:ext cx="5682968" cy="405987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Text Placeholder 4"/>
          <p:cNvSpPr>
            <a:spLocks noGrp="1"/>
          </p:cNvSpPr>
          <p:nvPr>
            <p:ph type="body" sz="quarter" idx="3"/>
          </p:nvPr>
        </p:nvSpPr>
        <p:spPr>
          <a:xfrm>
            <a:off x="6800672" y="1852393"/>
            <a:ext cx="5710955" cy="907829"/>
          </a:xfrm>
        </p:spPr>
        <p:txBody>
          <a:bodyPr anchor="b"/>
          <a:lstStyle>
            <a:lvl1pPr marL="0" indent="0">
              <a:buNone/>
              <a:defRPr sz="2644" b="1"/>
            </a:lvl1pPr>
            <a:lvl2pPr marL="503743" indent="0">
              <a:buNone/>
              <a:defRPr sz="2204" b="1"/>
            </a:lvl2pPr>
            <a:lvl3pPr marL="1007486" indent="0">
              <a:buNone/>
              <a:defRPr sz="1983" b="1"/>
            </a:lvl3pPr>
            <a:lvl4pPr marL="1511229" indent="0">
              <a:buNone/>
              <a:defRPr sz="1763" b="1"/>
            </a:lvl4pPr>
            <a:lvl5pPr marL="2014972" indent="0">
              <a:buNone/>
              <a:defRPr sz="1763" b="1"/>
            </a:lvl5pPr>
            <a:lvl6pPr marL="2518715" indent="0">
              <a:buNone/>
              <a:defRPr sz="1763" b="1"/>
            </a:lvl6pPr>
            <a:lvl7pPr marL="3022458" indent="0">
              <a:buNone/>
              <a:defRPr sz="1763" b="1"/>
            </a:lvl7pPr>
            <a:lvl8pPr marL="3526201" indent="0">
              <a:buNone/>
              <a:defRPr sz="1763" b="1"/>
            </a:lvl8pPr>
            <a:lvl9pPr marL="4029944" indent="0">
              <a:buNone/>
              <a:defRPr sz="1763" b="1"/>
            </a:lvl9pPr>
          </a:lstStyle>
          <a:p>
            <a:pPr lvl="0"/>
            <a:r>
              <a:rPr lang="pl-PL"/>
              <a:t>Kliknij, aby edytować style wzorca tekstu</a:t>
            </a:r>
          </a:p>
        </p:txBody>
      </p:sp>
      <p:sp>
        <p:nvSpPr>
          <p:cNvPr id="6" name="Content Placeholder 5"/>
          <p:cNvSpPr>
            <a:spLocks noGrp="1"/>
          </p:cNvSpPr>
          <p:nvPr>
            <p:ph sz="quarter" idx="4"/>
          </p:nvPr>
        </p:nvSpPr>
        <p:spPr>
          <a:xfrm>
            <a:off x="6800672" y="2760222"/>
            <a:ext cx="5710955" cy="405987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7" name="Date Placeholder 3">
            <a:extLst>
              <a:ext uri="{FF2B5EF4-FFF2-40B4-BE49-F238E27FC236}">
                <a16:creationId xmlns:a16="http://schemas.microsoft.com/office/drawing/2014/main" id="{5CE741A0-11FC-7175-A11D-2ED2F860FE27}"/>
              </a:ext>
            </a:extLst>
          </p:cNvPr>
          <p:cNvSpPr>
            <a:spLocks noGrp="1"/>
          </p:cNvSpPr>
          <p:nvPr>
            <p:ph type="dt" sz="half" idx="10"/>
          </p:nvPr>
        </p:nvSpPr>
        <p:spPr/>
        <p:txBody>
          <a:bodyPr/>
          <a:lstStyle>
            <a:lvl1pPr>
              <a:defRPr/>
            </a:lvl1pPr>
          </a:lstStyle>
          <a:p>
            <a:pPr>
              <a:defRPr/>
            </a:pPr>
            <a:fld id="{A34ACDFE-87FF-4355-9627-3E989F0574D9}" type="datetimeFigureOut">
              <a:rPr lang="en-US"/>
              <a:pPr>
                <a:defRPr/>
              </a:pPr>
              <a:t>1/20/2026</a:t>
            </a:fld>
            <a:endParaRPr lang="en-US"/>
          </a:p>
        </p:txBody>
      </p:sp>
      <p:sp>
        <p:nvSpPr>
          <p:cNvPr id="8" name="Footer Placeholder 4">
            <a:extLst>
              <a:ext uri="{FF2B5EF4-FFF2-40B4-BE49-F238E27FC236}">
                <a16:creationId xmlns:a16="http://schemas.microsoft.com/office/drawing/2014/main" id="{1255B4E9-44BE-DE4E-4F4B-8A05B335E8E2}"/>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68F71468-97D7-32D1-4D2B-7A8F5A116B6E}"/>
              </a:ext>
            </a:extLst>
          </p:cNvPr>
          <p:cNvSpPr>
            <a:spLocks noGrp="1"/>
          </p:cNvSpPr>
          <p:nvPr>
            <p:ph type="sldNum" sz="quarter" idx="12"/>
          </p:nvPr>
        </p:nvSpPr>
        <p:spPr/>
        <p:txBody>
          <a:bodyPr/>
          <a:lstStyle>
            <a:lvl1pPr>
              <a:defRPr/>
            </a:lvl1pPr>
          </a:lstStyle>
          <a:p>
            <a:fld id="{0ABC2AB4-359B-4A0E-AAE3-2D260C922EC5}" type="slidenum">
              <a:rPr lang="en-US" altLang="pl-PL"/>
              <a:pPr/>
              <a:t>‹#›</a:t>
            </a:fld>
            <a:endParaRPr lang="en-US" altLang="pl-PL"/>
          </a:p>
        </p:txBody>
      </p:sp>
    </p:spTree>
    <p:extLst>
      <p:ext uri="{BB962C8B-B14F-4D97-AF65-F5344CB8AC3E}">
        <p14:creationId xmlns:p14="http://schemas.microsoft.com/office/powerpoint/2010/main" val="1070598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Date Placeholder 3">
            <a:extLst>
              <a:ext uri="{FF2B5EF4-FFF2-40B4-BE49-F238E27FC236}">
                <a16:creationId xmlns:a16="http://schemas.microsoft.com/office/drawing/2014/main" id="{7E7C5067-8BD4-91AB-71AC-5D26B41F9921}"/>
              </a:ext>
            </a:extLst>
          </p:cNvPr>
          <p:cNvSpPr>
            <a:spLocks noGrp="1"/>
          </p:cNvSpPr>
          <p:nvPr>
            <p:ph type="dt" sz="half" idx="10"/>
          </p:nvPr>
        </p:nvSpPr>
        <p:spPr/>
        <p:txBody>
          <a:bodyPr/>
          <a:lstStyle>
            <a:lvl1pPr>
              <a:defRPr/>
            </a:lvl1pPr>
          </a:lstStyle>
          <a:p>
            <a:pPr>
              <a:defRPr/>
            </a:pPr>
            <a:fld id="{53036B18-F9AE-4EA5-A910-915D63E6FD3C}" type="datetimeFigureOut">
              <a:rPr lang="en-US"/>
              <a:pPr>
                <a:defRPr/>
              </a:pPr>
              <a:t>1/20/2026</a:t>
            </a:fld>
            <a:endParaRPr lang="en-US"/>
          </a:p>
        </p:txBody>
      </p:sp>
      <p:sp>
        <p:nvSpPr>
          <p:cNvPr id="4" name="Footer Placeholder 4">
            <a:extLst>
              <a:ext uri="{FF2B5EF4-FFF2-40B4-BE49-F238E27FC236}">
                <a16:creationId xmlns:a16="http://schemas.microsoft.com/office/drawing/2014/main" id="{1AFB3ECB-486F-B720-E194-58E604465978}"/>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03685C79-526B-5726-D3BB-596BDD37E711}"/>
              </a:ext>
            </a:extLst>
          </p:cNvPr>
          <p:cNvSpPr>
            <a:spLocks noGrp="1"/>
          </p:cNvSpPr>
          <p:nvPr>
            <p:ph type="sldNum" sz="quarter" idx="12"/>
          </p:nvPr>
        </p:nvSpPr>
        <p:spPr/>
        <p:txBody>
          <a:bodyPr/>
          <a:lstStyle>
            <a:lvl1pPr>
              <a:defRPr/>
            </a:lvl1pPr>
          </a:lstStyle>
          <a:p>
            <a:fld id="{45EEEDC7-5D84-4DF5-AC3C-0D82592C3FA2}" type="slidenum">
              <a:rPr lang="en-US" altLang="pl-PL"/>
              <a:pPr/>
              <a:t>‹#›</a:t>
            </a:fld>
            <a:endParaRPr lang="en-US" altLang="pl-PL"/>
          </a:p>
        </p:txBody>
      </p:sp>
    </p:spTree>
    <p:extLst>
      <p:ext uri="{BB962C8B-B14F-4D97-AF65-F5344CB8AC3E}">
        <p14:creationId xmlns:p14="http://schemas.microsoft.com/office/powerpoint/2010/main" val="1718322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59BD200A-796A-7E1F-9AF7-B7E0FE34735A}"/>
              </a:ext>
            </a:extLst>
          </p:cNvPr>
          <p:cNvSpPr>
            <a:spLocks noGrp="1"/>
          </p:cNvSpPr>
          <p:nvPr>
            <p:ph type="dt" sz="half" idx="10"/>
          </p:nvPr>
        </p:nvSpPr>
        <p:spPr/>
        <p:txBody>
          <a:bodyPr/>
          <a:lstStyle>
            <a:lvl1pPr>
              <a:defRPr/>
            </a:lvl1pPr>
          </a:lstStyle>
          <a:p>
            <a:pPr>
              <a:defRPr/>
            </a:pPr>
            <a:fld id="{EA5A2050-3DE0-4E78-AA76-F1B9691C5D38}" type="datetimeFigureOut">
              <a:rPr lang="en-US"/>
              <a:pPr>
                <a:defRPr/>
              </a:pPr>
              <a:t>1/20/2026</a:t>
            </a:fld>
            <a:endParaRPr lang="en-US"/>
          </a:p>
        </p:txBody>
      </p:sp>
      <p:sp>
        <p:nvSpPr>
          <p:cNvPr id="3" name="Footer Placeholder 4">
            <a:extLst>
              <a:ext uri="{FF2B5EF4-FFF2-40B4-BE49-F238E27FC236}">
                <a16:creationId xmlns:a16="http://schemas.microsoft.com/office/drawing/2014/main" id="{2ACAAFB5-7BB2-15D4-8CCB-18D303E7D88C}"/>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9A80D664-F9C5-6D14-1196-4A3B724D6D09}"/>
              </a:ext>
            </a:extLst>
          </p:cNvPr>
          <p:cNvSpPr>
            <a:spLocks noGrp="1"/>
          </p:cNvSpPr>
          <p:nvPr>
            <p:ph type="sldNum" sz="quarter" idx="12"/>
          </p:nvPr>
        </p:nvSpPr>
        <p:spPr/>
        <p:txBody>
          <a:bodyPr/>
          <a:lstStyle>
            <a:lvl1pPr>
              <a:defRPr/>
            </a:lvl1pPr>
          </a:lstStyle>
          <a:p>
            <a:fld id="{E00829BA-933B-4F02-9452-2FD21B2975DC}" type="slidenum">
              <a:rPr lang="en-US" altLang="pl-PL"/>
              <a:pPr/>
              <a:t>‹#›</a:t>
            </a:fld>
            <a:endParaRPr lang="en-US" altLang="pl-PL"/>
          </a:p>
        </p:txBody>
      </p:sp>
    </p:spTree>
    <p:extLst>
      <p:ext uri="{BB962C8B-B14F-4D97-AF65-F5344CB8AC3E}">
        <p14:creationId xmlns:p14="http://schemas.microsoft.com/office/powerpoint/2010/main" val="3791516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itle 1"/>
          <p:cNvSpPr>
            <a:spLocks noGrp="1"/>
          </p:cNvSpPr>
          <p:nvPr>
            <p:ph type="title"/>
          </p:nvPr>
        </p:nvSpPr>
        <p:spPr>
          <a:xfrm>
            <a:off x="925298" y="503767"/>
            <a:ext cx="4332629" cy="1763183"/>
          </a:xfrm>
        </p:spPr>
        <p:txBody>
          <a:bodyPr anchor="b"/>
          <a:lstStyle>
            <a:lvl1pPr>
              <a:defRPr sz="3526"/>
            </a:lvl1pPr>
          </a:lstStyle>
          <a:p>
            <a:r>
              <a:rPr lang="pl-PL"/>
              <a:t>Kliknij, aby edytować styl</a:t>
            </a:r>
            <a:endParaRPr lang="en-US" dirty="0"/>
          </a:p>
        </p:txBody>
      </p:sp>
      <p:sp>
        <p:nvSpPr>
          <p:cNvPr id="3" name="Content Placeholder 2"/>
          <p:cNvSpPr>
            <a:spLocks noGrp="1"/>
          </p:cNvSpPr>
          <p:nvPr>
            <p:ph idx="1"/>
          </p:nvPr>
        </p:nvSpPr>
        <p:spPr>
          <a:xfrm>
            <a:off x="5710956" y="1087996"/>
            <a:ext cx="6800671" cy="5370013"/>
          </a:xfrm>
        </p:spPr>
        <p:txBody>
          <a:bodyPr/>
          <a:lstStyle>
            <a:lvl1pPr>
              <a:defRPr sz="3526"/>
            </a:lvl1pPr>
            <a:lvl2pPr>
              <a:defRPr sz="3085"/>
            </a:lvl2pPr>
            <a:lvl3pPr>
              <a:defRPr sz="2644"/>
            </a:lvl3pPr>
            <a:lvl4pPr>
              <a:defRPr sz="2204"/>
            </a:lvl4pPr>
            <a:lvl5pPr>
              <a:defRPr sz="2204"/>
            </a:lvl5pPr>
            <a:lvl6pPr>
              <a:defRPr sz="2204"/>
            </a:lvl6pPr>
            <a:lvl7pPr>
              <a:defRPr sz="2204"/>
            </a:lvl7pPr>
            <a:lvl8pPr>
              <a:defRPr sz="2204"/>
            </a:lvl8pPr>
            <a:lvl9pPr>
              <a:defRPr sz="2204"/>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Text Placeholder 3"/>
          <p:cNvSpPr>
            <a:spLocks noGrp="1"/>
          </p:cNvSpPr>
          <p:nvPr>
            <p:ph type="body" sz="half" idx="2"/>
          </p:nvPr>
        </p:nvSpPr>
        <p:spPr>
          <a:xfrm>
            <a:off x="925298" y="2266950"/>
            <a:ext cx="4332629" cy="4199805"/>
          </a:xfrm>
        </p:spPr>
        <p:txBody>
          <a:bodyPr/>
          <a:lstStyle>
            <a:lvl1pPr marL="0" indent="0">
              <a:buNone/>
              <a:defRPr sz="1763"/>
            </a:lvl1pPr>
            <a:lvl2pPr marL="503743" indent="0">
              <a:buNone/>
              <a:defRPr sz="1543"/>
            </a:lvl2pPr>
            <a:lvl3pPr marL="1007486" indent="0">
              <a:buNone/>
              <a:defRPr sz="1322"/>
            </a:lvl3pPr>
            <a:lvl4pPr marL="1511229" indent="0">
              <a:buNone/>
              <a:defRPr sz="1102"/>
            </a:lvl4pPr>
            <a:lvl5pPr marL="2014972" indent="0">
              <a:buNone/>
              <a:defRPr sz="1102"/>
            </a:lvl5pPr>
            <a:lvl6pPr marL="2518715" indent="0">
              <a:buNone/>
              <a:defRPr sz="1102"/>
            </a:lvl6pPr>
            <a:lvl7pPr marL="3022458" indent="0">
              <a:buNone/>
              <a:defRPr sz="1102"/>
            </a:lvl7pPr>
            <a:lvl8pPr marL="3526201" indent="0">
              <a:buNone/>
              <a:defRPr sz="1102"/>
            </a:lvl8pPr>
            <a:lvl9pPr marL="4029944" indent="0">
              <a:buNone/>
              <a:defRPr sz="1102"/>
            </a:lvl9pPr>
          </a:lstStyle>
          <a:p>
            <a:pPr lvl="0"/>
            <a:r>
              <a:rPr lang="pl-PL"/>
              <a:t>Kliknij, aby edytować style wzorca tekstu</a:t>
            </a:r>
          </a:p>
        </p:txBody>
      </p:sp>
      <p:sp>
        <p:nvSpPr>
          <p:cNvPr id="5" name="Date Placeholder 3">
            <a:extLst>
              <a:ext uri="{FF2B5EF4-FFF2-40B4-BE49-F238E27FC236}">
                <a16:creationId xmlns:a16="http://schemas.microsoft.com/office/drawing/2014/main" id="{9D1DD289-DA36-8888-6E6F-B77E018E3B17}"/>
              </a:ext>
            </a:extLst>
          </p:cNvPr>
          <p:cNvSpPr>
            <a:spLocks noGrp="1"/>
          </p:cNvSpPr>
          <p:nvPr>
            <p:ph type="dt" sz="half" idx="10"/>
          </p:nvPr>
        </p:nvSpPr>
        <p:spPr/>
        <p:txBody>
          <a:bodyPr/>
          <a:lstStyle>
            <a:lvl1pPr>
              <a:defRPr/>
            </a:lvl1pPr>
          </a:lstStyle>
          <a:p>
            <a:pPr>
              <a:defRPr/>
            </a:pPr>
            <a:fld id="{BFFD08A6-392D-4E5A-9BD0-B747641E7D13}" type="datetimeFigureOut">
              <a:rPr lang="en-US"/>
              <a:pPr>
                <a:defRPr/>
              </a:pPr>
              <a:t>1/20/2026</a:t>
            </a:fld>
            <a:endParaRPr lang="en-US"/>
          </a:p>
        </p:txBody>
      </p:sp>
      <p:sp>
        <p:nvSpPr>
          <p:cNvPr id="6" name="Footer Placeholder 4">
            <a:extLst>
              <a:ext uri="{FF2B5EF4-FFF2-40B4-BE49-F238E27FC236}">
                <a16:creationId xmlns:a16="http://schemas.microsoft.com/office/drawing/2014/main" id="{481D3E08-4C46-BABF-4449-FFA2E039310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B76EDC5-C10E-3E2C-57B0-93EBC8622D86}"/>
              </a:ext>
            </a:extLst>
          </p:cNvPr>
          <p:cNvSpPr>
            <a:spLocks noGrp="1"/>
          </p:cNvSpPr>
          <p:nvPr>
            <p:ph type="sldNum" sz="quarter" idx="12"/>
          </p:nvPr>
        </p:nvSpPr>
        <p:spPr/>
        <p:txBody>
          <a:bodyPr/>
          <a:lstStyle>
            <a:lvl1pPr>
              <a:defRPr/>
            </a:lvl1pPr>
          </a:lstStyle>
          <a:p>
            <a:fld id="{8E2AF453-115B-46AA-85C5-46A8C9C1C1BD}" type="slidenum">
              <a:rPr lang="en-US" altLang="pl-PL"/>
              <a:pPr/>
              <a:t>‹#›</a:t>
            </a:fld>
            <a:endParaRPr lang="en-US" altLang="pl-PL"/>
          </a:p>
        </p:txBody>
      </p:sp>
    </p:spTree>
    <p:extLst>
      <p:ext uri="{BB962C8B-B14F-4D97-AF65-F5344CB8AC3E}">
        <p14:creationId xmlns:p14="http://schemas.microsoft.com/office/powerpoint/2010/main" val="750197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itle 1"/>
          <p:cNvSpPr>
            <a:spLocks noGrp="1"/>
          </p:cNvSpPr>
          <p:nvPr>
            <p:ph type="title"/>
          </p:nvPr>
        </p:nvSpPr>
        <p:spPr>
          <a:xfrm>
            <a:off x="925298" y="503767"/>
            <a:ext cx="4332629" cy="1763183"/>
          </a:xfrm>
        </p:spPr>
        <p:txBody>
          <a:bodyPr anchor="b"/>
          <a:lstStyle>
            <a:lvl1pPr>
              <a:defRPr sz="3526"/>
            </a:lvl1pPr>
          </a:lstStyle>
          <a:p>
            <a:r>
              <a:rPr lang="pl-PL"/>
              <a:t>Kliknij, aby edytować styl</a:t>
            </a:r>
            <a:endParaRPr lang="en-US" dirty="0"/>
          </a:p>
        </p:txBody>
      </p:sp>
      <p:sp>
        <p:nvSpPr>
          <p:cNvPr id="3" name="Picture Placeholder 2"/>
          <p:cNvSpPr>
            <a:spLocks noGrp="1" noChangeAspect="1"/>
          </p:cNvSpPr>
          <p:nvPr>
            <p:ph type="pic" idx="1"/>
          </p:nvPr>
        </p:nvSpPr>
        <p:spPr>
          <a:xfrm>
            <a:off x="5710956" y="1087996"/>
            <a:ext cx="6800671" cy="5370013"/>
          </a:xfrm>
        </p:spPr>
        <p:txBody>
          <a:bodyPr rtlCol="0">
            <a:normAutofit/>
          </a:bodyPr>
          <a:lstStyle>
            <a:lvl1pPr marL="0" indent="0">
              <a:buNone/>
              <a:defRPr sz="3526"/>
            </a:lvl1pPr>
            <a:lvl2pPr marL="503743" indent="0">
              <a:buNone/>
              <a:defRPr sz="3085"/>
            </a:lvl2pPr>
            <a:lvl3pPr marL="1007486" indent="0">
              <a:buNone/>
              <a:defRPr sz="2644"/>
            </a:lvl3pPr>
            <a:lvl4pPr marL="1511229" indent="0">
              <a:buNone/>
              <a:defRPr sz="2204"/>
            </a:lvl4pPr>
            <a:lvl5pPr marL="2014972" indent="0">
              <a:buNone/>
              <a:defRPr sz="2204"/>
            </a:lvl5pPr>
            <a:lvl6pPr marL="2518715" indent="0">
              <a:buNone/>
              <a:defRPr sz="2204"/>
            </a:lvl6pPr>
            <a:lvl7pPr marL="3022458" indent="0">
              <a:buNone/>
              <a:defRPr sz="2204"/>
            </a:lvl7pPr>
            <a:lvl8pPr marL="3526201" indent="0">
              <a:buNone/>
              <a:defRPr sz="2204"/>
            </a:lvl8pPr>
            <a:lvl9pPr marL="4029944" indent="0">
              <a:buNone/>
              <a:defRPr sz="2204"/>
            </a:lvl9pPr>
          </a:lstStyle>
          <a:p>
            <a:pPr lvl="0"/>
            <a:r>
              <a:rPr lang="pl-PL" noProof="0"/>
              <a:t>Kliknij ikonę, aby dodać obraz</a:t>
            </a:r>
            <a:endParaRPr lang="en-US" noProof="0" dirty="0"/>
          </a:p>
        </p:txBody>
      </p:sp>
      <p:sp>
        <p:nvSpPr>
          <p:cNvPr id="4" name="Text Placeholder 3"/>
          <p:cNvSpPr>
            <a:spLocks noGrp="1"/>
          </p:cNvSpPr>
          <p:nvPr>
            <p:ph type="body" sz="half" idx="2"/>
          </p:nvPr>
        </p:nvSpPr>
        <p:spPr>
          <a:xfrm>
            <a:off x="925298" y="2266950"/>
            <a:ext cx="4332629" cy="4199805"/>
          </a:xfrm>
        </p:spPr>
        <p:txBody>
          <a:bodyPr/>
          <a:lstStyle>
            <a:lvl1pPr marL="0" indent="0">
              <a:buNone/>
              <a:defRPr sz="1763"/>
            </a:lvl1pPr>
            <a:lvl2pPr marL="503743" indent="0">
              <a:buNone/>
              <a:defRPr sz="1543"/>
            </a:lvl2pPr>
            <a:lvl3pPr marL="1007486" indent="0">
              <a:buNone/>
              <a:defRPr sz="1322"/>
            </a:lvl3pPr>
            <a:lvl4pPr marL="1511229" indent="0">
              <a:buNone/>
              <a:defRPr sz="1102"/>
            </a:lvl4pPr>
            <a:lvl5pPr marL="2014972" indent="0">
              <a:buNone/>
              <a:defRPr sz="1102"/>
            </a:lvl5pPr>
            <a:lvl6pPr marL="2518715" indent="0">
              <a:buNone/>
              <a:defRPr sz="1102"/>
            </a:lvl6pPr>
            <a:lvl7pPr marL="3022458" indent="0">
              <a:buNone/>
              <a:defRPr sz="1102"/>
            </a:lvl7pPr>
            <a:lvl8pPr marL="3526201" indent="0">
              <a:buNone/>
              <a:defRPr sz="1102"/>
            </a:lvl8pPr>
            <a:lvl9pPr marL="4029944" indent="0">
              <a:buNone/>
              <a:defRPr sz="1102"/>
            </a:lvl9pPr>
          </a:lstStyle>
          <a:p>
            <a:pPr lvl="0"/>
            <a:r>
              <a:rPr lang="pl-PL"/>
              <a:t>Kliknij, aby edytować style wzorca tekstu</a:t>
            </a:r>
          </a:p>
        </p:txBody>
      </p:sp>
      <p:sp>
        <p:nvSpPr>
          <p:cNvPr id="5" name="Date Placeholder 3">
            <a:extLst>
              <a:ext uri="{FF2B5EF4-FFF2-40B4-BE49-F238E27FC236}">
                <a16:creationId xmlns:a16="http://schemas.microsoft.com/office/drawing/2014/main" id="{AAE1521C-83D6-82AD-86A6-BE06B7F81125}"/>
              </a:ext>
            </a:extLst>
          </p:cNvPr>
          <p:cNvSpPr>
            <a:spLocks noGrp="1"/>
          </p:cNvSpPr>
          <p:nvPr>
            <p:ph type="dt" sz="half" idx="10"/>
          </p:nvPr>
        </p:nvSpPr>
        <p:spPr/>
        <p:txBody>
          <a:bodyPr/>
          <a:lstStyle>
            <a:lvl1pPr>
              <a:defRPr/>
            </a:lvl1pPr>
          </a:lstStyle>
          <a:p>
            <a:pPr>
              <a:defRPr/>
            </a:pPr>
            <a:fld id="{2820BA56-CF32-4BDF-99FB-9272F832D133}" type="datetimeFigureOut">
              <a:rPr lang="en-US"/>
              <a:pPr>
                <a:defRPr/>
              </a:pPr>
              <a:t>1/20/2026</a:t>
            </a:fld>
            <a:endParaRPr lang="en-US"/>
          </a:p>
        </p:txBody>
      </p:sp>
      <p:sp>
        <p:nvSpPr>
          <p:cNvPr id="6" name="Footer Placeholder 4">
            <a:extLst>
              <a:ext uri="{FF2B5EF4-FFF2-40B4-BE49-F238E27FC236}">
                <a16:creationId xmlns:a16="http://schemas.microsoft.com/office/drawing/2014/main" id="{16D744BD-ACD4-6F6C-13CF-4ED05279E52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633129E-E5CA-4EE2-30DE-BA42C8A16453}"/>
              </a:ext>
            </a:extLst>
          </p:cNvPr>
          <p:cNvSpPr>
            <a:spLocks noGrp="1"/>
          </p:cNvSpPr>
          <p:nvPr>
            <p:ph type="sldNum" sz="quarter" idx="12"/>
          </p:nvPr>
        </p:nvSpPr>
        <p:spPr/>
        <p:txBody>
          <a:bodyPr/>
          <a:lstStyle>
            <a:lvl1pPr>
              <a:defRPr/>
            </a:lvl1pPr>
          </a:lstStyle>
          <a:p>
            <a:fld id="{B0C658FE-9DD9-4FF9-BA16-C28E3ABEE12F}" type="slidenum">
              <a:rPr lang="en-US" altLang="pl-PL"/>
              <a:pPr/>
              <a:t>‹#›</a:t>
            </a:fld>
            <a:endParaRPr lang="en-US" altLang="pl-PL"/>
          </a:p>
        </p:txBody>
      </p:sp>
    </p:spTree>
    <p:extLst>
      <p:ext uri="{BB962C8B-B14F-4D97-AF65-F5344CB8AC3E}">
        <p14:creationId xmlns:p14="http://schemas.microsoft.com/office/powerpoint/2010/main" val="2039606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Vertical Text Placeholder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a:extLst>
              <a:ext uri="{FF2B5EF4-FFF2-40B4-BE49-F238E27FC236}">
                <a16:creationId xmlns:a16="http://schemas.microsoft.com/office/drawing/2014/main" id="{70FCA5A3-3E76-00A5-4765-0F37F974E84B}"/>
              </a:ext>
            </a:extLst>
          </p:cNvPr>
          <p:cNvSpPr>
            <a:spLocks noGrp="1"/>
          </p:cNvSpPr>
          <p:nvPr>
            <p:ph type="dt" sz="half" idx="10"/>
          </p:nvPr>
        </p:nvSpPr>
        <p:spPr/>
        <p:txBody>
          <a:bodyPr/>
          <a:lstStyle>
            <a:lvl1pPr>
              <a:defRPr/>
            </a:lvl1pPr>
          </a:lstStyle>
          <a:p>
            <a:pPr>
              <a:defRPr/>
            </a:pPr>
            <a:fld id="{EC2F4AF8-E17B-41F2-ADFB-17952F0B3F7F}" type="datetimeFigureOut">
              <a:rPr lang="en-US"/>
              <a:pPr>
                <a:defRPr/>
              </a:pPr>
              <a:t>1/20/2026</a:t>
            </a:fld>
            <a:endParaRPr lang="en-US"/>
          </a:p>
        </p:txBody>
      </p:sp>
      <p:sp>
        <p:nvSpPr>
          <p:cNvPr id="5" name="Footer Placeholder 4">
            <a:extLst>
              <a:ext uri="{FF2B5EF4-FFF2-40B4-BE49-F238E27FC236}">
                <a16:creationId xmlns:a16="http://schemas.microsoft.com/office/drawing/2014/main" id="{3C51B319-AAF3-F2E2-8D13-5A8B1D2F28C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CA63501-A5F1-1FEE-3CD4-6A17BE010B8C}"/>
              </a:ext>
            </a:extLst>
          </p:cNvPr>
          <p:cNvSpPr>
            <a:spLocks noGrp="1"/>
          </p:cNvSpPr>
          <p:nvPr>
            <p:ph type="sldNum" sz="quarter" idx="12"/>
          </p:nvPr>
        </p:nvSpPr>
        <p:spPr/>
        <p:txBody>
          <a:bodyPr/>
          <a:lstStyle>
            <a:lvl1pPr>
              <a:defRPr/>
            </a:lvl1pPr>
          </a:lstStyle>
          <a:p>
            <a:fld id="{327CE964-DE3A-41DD-8247-A84FA38A50FC}" type="slidenum">
              <a:rPr lang="en-US" altLang="pl-PL"/>
              <a:pPr/>
              <a:t>‹#›</a:t>
            </a:fld>
            <a:endParaRPr lang="en-US" altLang="pl-PL"/>
          </a:p>
        </p:txBody>
      </p:sp>
    </p:spTree>
    <p:extLst>
      <p:ext uri="{BB962C8B-B14F-4D97-AF65-F5344CB8AC3E}">
        <p14:creationId xmlns:p14="http://schemas.microsoft.com/office/powerpoint/2010/main" val="1225402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613295" y="402314"/>
            <a:ext cx="2896582" cy="6403784"/>
          </a:xfrm>
        </p:spPr>
        <p:txBody>
          <a:bodyPr vert="eaVert"/>
          <a:lstStyle/>
          <a:p>
            <a:r>
              <a:rPr lang="pl-PL"/>
              <a:t>Kliknij, aby edytować styl</a:t>
            </a:r>
            <a:endParaRPr lang="en-US" dirty="0"/>
          </a:p>
        </p:txBody>
      </p:sp>
      <p:sp>
        <p:nvSpPr>
          <p:cNvPr id="3" name="Vertical Text Placeholder 2"/>
          <p:cNvSpPr>
            <a:spLocks noGrp="1"/>
          </p:cNvSpPr>
          <p:nvPr>
            <p:ph type="body" orient="vert" idx="1"/>
          </p:nvPr>
        </p:nvSpPr>
        <p:spPr>
          <a:xfrm>
            <a:off x="923548" y="402314"/>
            <a:ext cx="8521829" cy="6403784"/>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a:extLst>
              <a:ext uri="{FF2B5EF4-FFF2-40B4-BE49-F238E27FC236}">
                <a16:creationId xmlns:a16="http://schemas.microsoft.com/office/drawing/2014/main" id="{55778257-1C48-8662-2E14-2406D8B45B40}"/>
              </a:ext>
            </a:extLst>
          </p:cNvPr>
          <p:cNvSpPr>
            <a:spLocks noGrp="1"/>
          </p:cNvSpPr>
          <p:nvPr>
            <p:ph type="dt" sz="half" idx="10"/>
          </p:nvPr>
        </p:nvSpPr>
        <p:spPr/>
        <p:txBody>
          <a:bodyPr/>
          <a:lstStyle>
            <a:lvl1pPr>
              <a:defRPr/>
            </a:lvl1pPr>
          </a:lstStyle>
          <a:p>
            <a:pPr>
              <a:defRPr/>
            </a:pPr>
            <a:fld id="{7231F885-38AD-407C-80B6-04DEAE443EFF}" type="datetimeFigureOut">
              <a:rPr lang="en-US"/>
              <a:pPr>
                <a:defRPr/>
              </a:pPr>
              <a:t>1/20/2026</a:t>
            </a:fld>
            <a:endParaRPr lang="en-US"/>
          </a:p>
        </p:txBody>
      </p:sp>
      <p:sp>
        <p:nvSpPr>
          <p:cNvPr id="5" name="Footer Placeholder 4">
            <a:extLst>
              <a:ext uri="{FF2B5EF4-FFF2-40B4-BE49-F238E27FC236}">
                <a16:creationId xmlns:a16="http://schemas.microsoft.com/office/drawing/2014/main" id="{E656E1DE-8117-EBF2-67FD-6F5FE4A4E24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7B9CAD3-0D40-4D18-6210-E4119D55B56A}"/>
              </a:ext>
            </a:extLst>
          </p:cNvPr>
          <p:cNvSpPr>
            <a:spLocks noGrp="1"/>
          </p:cNvSpPr>
          <p:nvPr>
            <p:ph type="sldNum" sz="quarter" idx="12"/>
          </p:nvPr>
        </p:nvSpPr>
        <p:spPr/>
        <p:txBody>
          <a:bodyPr/>
          <a:lstStyle>
            <a:lvl1pPr>
              <a:defRPr/>
            </a:lvl1pPr>
          </a:lstStyle>
          <a:p>
            <a:fld id="{FA96DE14-2209-4289-A65D-CFF3998A3120}" type="slidenum">
              <a:rPr lang="en-US" altLang="pl-PL"/>
              <a:pPr/>
              <a:t>‹#›</a:t>
            </a:fld>
            <a:endParaRPr lang="en-US" altLang="pl-PL"/>
          </a:p>
        </p:txBody>
      </p:sp>
    </p:spTree>
    <p:extLst>
      <p:ext uri="{BB962C8B-B14F-4D97-AF65-F5344CB8AC3E}">
        <p14:creationId xmlns:p14="http://schemas.microsoft.com/office/powerpoint/2010/main" val="35457378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itle 1"/>
          <p:cNvSpPr>
            <a:spLocks noGrp="1"/>
          </p:cNvSpPr>
          <p:nvPr>
            <p:ph type="ctrTitle"/>
          </p:nvPr>
        </p:nvSpPr>
        <p:spPr>
          <a:xfrm>
            <a:off x="1679178" y="1236678"/>
            <a:ext cx="10075069" cy="2630781"/>
          </a:xfrm>
        </p:spPr>
        <p:txBody>
          <a:bodyPr anchor="b"/>
          <a:lstStyle>
            <a:lvl1pPr algn="ctr">
              <a:defRPr sz="6611"/>
            </a:lvl1pPr>
          </a:lstStyle>
          <a:p>
            <a:r>
              <a:rPr lang="pl-PL"/>
              <a:t>Kliknij, aby edytować styl</a:t>
            </a:r>
            <a:endParaRPr lang="en-US" dirty="0"/>
          </a:p>
        </p:txBody>
      </p:sp>
      <p:sp>
        <p:nvSpPr>
          <p:cNvPr id="3" name="Subtitle 2"/>
          <p:cNvSpPr>
            <a:spLocks noGrp="1"/>
          </p:cNvSpPr>
          <p:nvPr>
            <p:ph type="subTitle" idx="1"/>
          </p:nvPr>
        </p:nvSpPr>
        <p:spPr>
          <a:xfrm>
            <a:off x="1679178" y="3968912"/>
            <a:ext cx="10075069" cy="1824404"/>
          </a:xfrm>
        </p:spPr>
        <p:txBody>
          <a:bodyPr/>
          <a:lstStyle>
            <a:lvl1pPr marL="0" indent="0" algn="ctr">
              <a:buNone/>
              <a:defRPr sz="2644"/>
            </a:lvl1pPr>
            <a:lvl2pPr marL="503743" indent="0" algn="ctr">
              <a:buNone/>
              <a:defRPr sz="2204"/>
            </a:lvl2pPr>
            <a:lvl3pPr marL="1007486" indent="0" algn="ctr">
              <a:buNone/>
              <a:defRPr sz="1983"/>
            </a:lvl3pPr>
            <a:lvl4pPr marL="1511229" indent="0" algn="ctr">
              <a:buNone/>
              <a:defRPr sz="1763"/>
            </a:lvl4pPr>
            <a:lvl5pPr marL="2014972" indent="0" algn="ctr">
              <a:buNone/>
              <a:defRPr sz="1763"/>
            </a:lvl5pPr>
            <a:lvl6pPr marL="2518715" indent="0" algn="ctr">
              <a:buNone/>
              <a:defRPr sz="1763"/>
            </a:lvl6pPr>
            <a:lvl7pPr marL="3022458" indent="0" algn="ctr">
              <a:buNone/>
              <a:defRPr sz="1763"/>
            </a:lvl7pPr>
            <a:lvl8pPr marL="3526201" indent="0" algn="ctr">
              <a:buNone/>
              <a:defRPr sz="1763"/>
            </a:lvl8pPr>
            <a:lvl9pPr marL="4029944" indent="0" algn="ctr">
              <a:buNone/>
              <a:defRPr sz="1763"/>
            </a:lvl9pPr>
          </a:lstStyle>
          <a:p>
            <a:r>
              <a:rPr lang="pl-PL"/>
              <a:t>Kliknij, aby edytować styl wzorca podtytułu</a:t>
            </a:r>
            <a:endParaRPr lang="en-US" dirty="0"/>
          </a:p>
        </p:txBody>
      </p:sp>
      <p:sp>
        <p:nvSpPr>
          <p:cNvPr id="4" name="Date Placeholder 3">
            <a:extLst>
              <a:ext uri="{FF2B5EF4-FFF2-40B4-BE49-F238E27FC236}">
                <a16:creationId xmlns:a16="http://schemas.microsoft.com/office/drawing/2014/main" id="{C5CB3BE5-2B65-F66C-338B-8E73693146D9}"/>
              </a:ext>
            </a:extLst>
          </p:cNvPr>
          <p:cNvSpPr>
            <a:spLocks noGrp="1"/>
          </p:cNvSpPr>
          <p:nvPr>
            <p:ph type="dt" sz="half" idx="10"/>
          </p:nvPr>
        </p:nvSpPr>
        <p:spPr/>
        <p:txBody>
          <a:bodyPr/>
          <a:lstStyle>
            <a:lvl1pPr>
              <a:defRPr/>
            </a:lvl1pPr>
          </a:lstStyle>
          <a:p>
            <a:pPr>
              <a:defRPr/>
            </a:pPr>
            <a:fld id="{A2DDA8E1-C43D-4A9C-B3B3-DC18C34F01D1}" type="datetimeFigureOut">
              <a:rPr lang="en-US"/>
              <a:pPr>
                <a:defRPr/>
              </a:pPr>
              <a:t>1/20/2026</a:t>
            </a:fld>
            <a:endParaRPr lang="en-US"/>
          </a:p>
        </p:txBody>
      </p:sp>
      <p:sp>
        <p:nvSpPr>
          <p:cNvPr id="5" name="Footer Placeholder 4">
            <a:extLst>
              <a:ext uri="{FF2B5EF4-FFF2-40B4-BE49-F238E27FC236}">
                <a16:creationId xmlns:a16="http://schemas.microsoft.com/office/drawing/2014/main" id="{1F90A711-C009-2A12-3077-4085EA46FC6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C2CA428-0E33-0BBF-9329-C8A5E557ECE3}"/>
              </a:ext>
            </a:extLst>
          </p:cNvPr>
          <p:cNvSpPr>
            <a:spLocks noGrp="1"/>
          </p:cNvSpPr>
          <p:nvPr>
            <p:ph type="sldNum" sz="quarter" idx="12"/>
          </p:nvPr>
        </p:nvSpPr>
        <p:spPr/>
        <p:txBody>
          <a:bodyPr/>
          <a:lstStyle>
            <a:lvl1pPr>
              <a:defRPr/>
            </a:lvl1pPr>
          </a:lstStyle>
          <a:p>
            <a:fld id="{689191D3-A82E-4DA3-BB12-3E014796E48B}" type="slidenum">
              <a:rPr lang="en-US" altLang="pl-PL"/>
              <a:pPr/>
              <a:t>‹#›</a:t>
            </a:fld>
            <a:endParaRPr lang="en-US" altLang="pl-PL"/>
          </a:p>
        </p:txBody>
      </p:sp>
    </p:spTree>
    <p:extLst>
      <p:ext uri="{BB962C8B-B14F-4D97-AF65-F5344CB8AC3E}">
        <p14:creationId xmlns:p14="http://schemas.microsoft.com/office/powerpoint/2010/main" val="23145463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a:extLst>
              <a:ext uri="{FF2B5EF4-FFF2-40B4-BE49-F238E27FC236}">
                <a16:creationId xmlns:a16="http://schemas.microsoft.com/office/drawing/2014/main" id="{38C51221-7552-BD48-A585-4FF18587CE86}"/>
              </a:ext>
            </a:extLst>
          </p:cNvPr>
          <p:cNvSpPr>
            <a:spLocks noGrp="1"/>
          </p:cNvSpPr>
          <p:nvPr>
            <p:ph type="dt" sz="half" idx="10"/>
          </p:nvPr>
        </p:nvSpPr>
        <p:spPr/>
        <p:txBody>
          <a:bodyPr/>
          <a:lstStyle>
            <a:lvl1pPr>
              <a:defRPr/>
            </a:lvl1pPr>
          </a:lstStyle>
          <a:p>
            <a:pPr>
              <a:defRPr/>
            </a:pPr>
            <a:fld id="{A8940136-4C69-4B72-A8F6-73CDA588CA6E}" type="datetimeFigureOut">
              <a:rPr lang="en-US"/>
              <a:pPr>
                <a:defRPr/>
              </a:pPr>
              <a:t>1/20/2026</a:t>
            </a:fld>
            <a:endParaRPr lang="en-US"/>
          </a:p>
        </p:txBody>
      </p:sp>
      <p:sp>
        <p:nvSpPr>
          <p:cNvPr id="5" name="Footer Placeholder 4">
            <a:extLst>
              <a:ext uri="{FF2B5EF4-FFF2-40B4-BE49-F238E27FC236}">
                <a16:creationId xmlns:a16="http://schemas.microsoft.com/office/drawing/2014/main" id="{D09A1262-751C-6DCC-EF62-C926517D8BE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4A8DB37-B734-3B95-4008-D10CB7CDB4D5}"/>
              </a:ext>
            </a:extLst>
          </p:cNvPr>
          <p:cNvSpPr>
            <a:spLocks noGrp="1"/>
          </p:cNvSpPr>
          <p:nvPr>
            <p:ph type="sldNum" sz="quarter" idx="12"/>
          </p:nvPr>
        </p:nvSpPr>
        <p:spPr/>
        <p:txBody>
          <a:bodyPr/>
          <a:lstStyle>
            <a:lvl1pPr>
              <a:defRPr/>
            </a:lvl1pPr>
          </a:lstStyle>
          <a:p>
            <a:fld id="{0A903066-1532-4B1E-8BFA-EE8B6F04C648}" type="slidenum">
              <a:rPr lang="en-US" altLang="pl-PL"/>
              <a:pPr/>
              <a:t>‹#›</a:t>
            </a:fld>
            <a:endParaRPr lang="en-US" altLang="pl-PL"/>
          </a:p>
        </p:txBody>
      </p:sp>
    </p:spTree>
    <p:extLst>
      <p:ext uri="{BB962C8B-B14F-4D97-AF65-F5344CB8AC3E}">
        <p14:creationId xmlns:p14="http://schemas.microsoft.com/office/powerpoint/2010/main" val="12577947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itle 1"/>
          <p:cNvSpPr>
            <a:spLocks noGrp="1"/>
          </p:cNvSpPr>
          <p:nvPr>
            <p:ph type="title"/>
          </p:nvPr>
        </p:nvSpPr>
        <p:spPr>
          <a:xfrm>
            <a:off x="916551" y="1883878"/>
            <a:ext cx="11586329" cy="3143294"/>
          </a:xfrm>
        </p:spPr>
        <p:txBody>
          <a:bodyPr anchor="b"/>
          <a:lstStyle>
            <a:lvl1pPr>
              <a:defRPr sz="6611"/>
            </a:lvl1pPr>
          </a:lstStyle>
          <a:p>
            <a:r>
              <a:rPr lang="pl-PL"/>
              <a:t>Kliknij, aby edytować styl</a:t>
            </a:r>
            <a:endParaRPr lang="en-US" dirty="0"/>
          </a:p>
        </p:txBody>
      </p:sp>
      <p:sp>
        <p:nvSpPr>
          <p:cNvPr id="3" name="Text Placeholder 2"/>
          <p:cNvSpPr>
            <a:spLocks noGrp="1"/>
          </p:cNvSpPr>
          <p:nvPr>
            <p:ph type="body" idx="1"/>
          </p:nvPr>
        </p:nvSpPr>
        <p:spPr>
          <a:xfrm>
            <a:off x="916551" y="5056909"/>
            <a:ext cx="11586329" cy="1652984"/>
          </a:xfrm>
        </p:spPr>
        <p:txBody>
          <a:bodyPr/>
          <a:lstStyle>
            <a:lvl1pPr marL="0" indent="0">
              <a:buNone/>
              <a:defRPr sz="2644">
                <a:solidFill>
                  <a:schemeClr val="tx1">
                    <a:tint val="75000"/>
                  </a:schemeClr>
                </a:solidFill>
              </a:defRPr>
            </a:lvl1pPr>
            <a:lvl2pPr marL="503743" indent="0">
              <a:buNone/>
              <a:defRPr sz="2204">
                <a:solidFill>
                  <a:schemeClr val="tx1">
                    <a:tint val="75000"/>
                  </a:schemeClr>
                </a:solidFill>
              </a:defRPr>
            </a:lvl2pPr>
            <a:lvl3pPr marL="1007486" indent="0">
              <a:buNone/>
              <a:defRPr sz="1983">
                <a:solidFill>
                  <a:schemeClr val="tx1">
                    <a:tint val="75000"/>
                  </a:schemeClr>
                </a:solidFill>
              </a:defRPr>
            </a:lvl3pPr>
            <a:lvl4pPr marL="1511229" indent="0">
              <a:buNone/>
              <a:defRPr sz="1763">
                <a:solidFill>
                  <a:schemeClr val="tx1">
                    <a:tint val="75000"/>
                  </a:schemeClr>
                </a:solidFill>
              </a:defRPr>
            </a:lvl4pPr>
            <a:lvl5pPr marL="2014972" indent="0">
              <a:buNone/>
              <a:defRPr sz="1763">
                <a:solidFill>
                  <a:schemeClr val="tx1">
                    <a:tint val="75000"/>
                  </a:schemeClr>
                </a:solidFill>
              </a:defRPr>
            </a:lvl5pPr>
            <a:lvl6pPr marL="2518715" indent="0">
              <a:buNone/>
              <a:defRPr sz="1763">
                <a:solidFill>
                  <a:schemeClr val="tx1">
                    <a:tint val="75000"/>
                  </a:schemeClr>
                </a:solidFill>
              </a:defRPr>
            </a:lvl6pPr>
            <a:lvl7pPr marL="3022458" indent="0">
              <a:buNone/>
              <a:defRPr sz="1763">
                <a:solidFill>
                  <a:schemeClr val="tx1">
                    <a:tint val="75000"/>
                  </a:schemeClr>
                </a:solidFill>
              </a:defRPr>
            </a:lvl7pPr>
            <a:lvl8pPr marL="3526201" indent="0">
              <a:buNone/>
              <a:defRPr sz="1763">
                <a:solidFill>
                  <a:schemeClr val="tx1">
                    <a:tint val="75000"/>
                  </a:schemeClr>
                </a:solidFill>
              </a:defRPr>
            </a:lvl8pPr>
            <a:lvl9pPr marL="4029944" indent="0">
              <a:buNone/>
              <a:defRPr sz="1763">
                <a:solidFill>
                  <a:schemeClr val="tx1">
                    <a:tint val="75000"/>
                  </a:schemeClr>
                </a:solidFill>
              </a:defRPr>
            </a:lvl9pPr>
          </a:lstStyle>
          <a:p>
            <a:pPr lvl="0"/>
            <a:r>
              <a:rPr lang="pl-PL"/>
              <a:t>Kliknij, aby edytować style wzorca tekstu</a:t>
            </a:r>
          </a:p>
        </p:txBody>
      </p:sp>
      <p:sp>
        <p:nvSpPr>
          <p:cNvPr id="4" name="Date Placeholder 3">
            <a:extLst>
              <a:ext uri="{FF2B5EF4-FFF2-40B4-BE49-F238E27FC236}">
                <a16:creationId xmlns:a16="http://schemas.microsoft.com/office/drawing/2014/main" id="{44AD05D8-8505-F30E-F715-2366EA08EBCE}"/>
              </a:ext>
            </a:extLst>
          </p:cNvPr>
          <p:cNvSpPr>
            <a:spLocks noGrp="1"/>
          </p:cNvSpPr>
          <p:nvPr>
            <p:ph type="dt" sz="half" idx="10"/>
          </p:nvPr>
        </p:nvSpPr>
        <p:spPr/>
        <p:txBody>
          <a:bodyPr/>
          <a:lstStyle>
            <a:lvl1pPr>
              <a:defRPr/>
            </a:lvl1pPr>
          </a:lstStyle>
          <a:p>
            <a:pPr>
              <a:defRPr/>
            </a:pPr>
            <a:fld id="{C023FCC1-BD4D-4104-B733-673D0FEDB82B}" type="datetimeFigureOut">
              <a:rPr lang="en-US"/>
              <a:pPr>
                <a:defRPr/>
              </a:pPr>
              <a:t>1/20/2026</a:t>
            </a:fld>
            <a:endParaRPr lang="en-US"/>
          </a:p>
        </p:txBody>
      </p:sp>
      <p:sp>
        <p:nvSpPr>
          <p:cNvPr id="5" name="Footer Placeholder 4">
            <a:extLst>
              <a:ext uri="{FF2B5EF4-FFF2-40B4-BE49-F238E27FC236}">
                <a16:creationId xmlns:a16="http://schemas.microsoft.com/office/drawing/2014/main" id="{1A3C794D-79D9-24CC-B93B-07AC34DDA80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96C4235-9BDC-4415-4F1F-07A2A5D36D61}"/>
              </a:ext>
            </a:extLst>
          </p:cNvPr>
          <p:cNvSpPr>
            <a:spLocks noGrp="1"/>
          </p:cNvSpPr>
          <p:nvPr>
            <p:ph type="sldNum" sz="quarter" idx="12"/>
          </p:nvPr>
        </p:nvSpPr>
        <p:spPr/>
        <p:txBody>
          <a:bodyPr/>
          <a:lstStyle>
            <a:lvl1pPr>
              <a:defRPr/>
            </a:lvl1pPr>
          </a:lstStyle>
          <a:p>
            <a:fld id="{07203FD4-FBF2-4876-B4BC-BEB3CB9F962A}" type="slidenum">
              <a:rPr lang="en-US" altLang="pl-PL"/>
              <a:pPr/>
              <a:t>‹#›</a:t>
            </a:fld>
            <a:endParaRPr lang="en-US" altLang="pl-PL"/>
          </a:p>
        </p:txBody>
      </p:sp>
    </p:spTree>
    <p:extLst>
      <p:ext uri="{BB962C8B-B14F-4D97-AF65-F5344CB8AC3E}">
        <p14:creationId xmlns:p14="http://schemas.microsoft.com/office/powerpoint/2010/main" val="27803991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sz="half" idx="1"/>
          </p:nvPr>
        </p:nvSpPr>
        <p:spPr>
          <a:xfrm>
            <a:off x="923548" y="2011568"/>
            <a:ext cx="5709206" cy="479453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Content Placeholder 3"/>
          <p:cNvSpPr>
            <a:spLocks noGrp="1"/>
          </p:cNvSpPr>
          <p:nvPr>
            <p:ph sz="half" idx="2"/>
          </p:nvPr>
        </p:nvSpPr>
        <p:spPr>
          <a:xfrm>
            <a:off x="6800671" y="2011568"/>
            <a:ext cx="5709206" cy="479453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Date Placeholder 3">
            <a:extLst>
              <a:ext uri="{FF2B5EF4-FFF2-40B4-BE49-F238E27FC236}">
                <a16:creationId xmlns:a16="http://schemas.microsoft.com/office/drawing/2014/main" id="{868FB24E-22C5-65F3-6EA1-3341BACE3333}"/>
              </a:ext>
            </a:extLst>
          </p:cNvPr>
          <p:cNvSpPr>
            <a:spLocks noGrp="1"/>
          </p:cNvSpPr>
          <p:nvPr>
            <p:ph type="dt" sz="half" idx="10"/>
          </p:nvPr>
        </p:nvSpPr>
        <p:spPr/>
        <p:txBody>
          <a:bodyPr/>
          <a:lstStyle>
            <a:lvl1pPr>
              <a:defRPr/>
            </a:lvl1pPr>
          </a:lstStyle>
          <a:p>
            <a:pPr>
              <a:defRPr/>
            </a:pPr>
            <a:fld id="{18314FDA-C20D-46AD-8E07-9F5C7B133FBD}" type="datetimeFigureOut">
              <a:rPr lang="en-US"/>
              <a:pPr>
                <a:defRPr/>
              </a:pPr>
              <a:t>1/20/2026</a:t>
            </a:fld>
            <a:endParaRPr lang="en-US"/>
          </a:p>
        </p:txBody>
      </p:sp>
      <p:sp>
        <p:nvSpPr>
          <p:cNvPr id="6" name="Footer Placeholder 4">
            <a:extLst>
              <a:ext uri="{FF2B5EF4-FFF2-40B4-BE49-F238E27FC236}">
                <a16:creationId xmlns:a16="http://schemas.microsoft.com/office/drawing/2014/main" id="{13A90CB9-6390-8B18-D57C-DC113D2279A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24A2EEA-B115-3826-3ED4-74E5AD42C4B6}"/>
              </a:ext>
            </a:extLst>
          </p:cNvPr>
          <p:cNvSpPr>
            <a:spLocks noGrp="1"/>
          </p:cNvSpPr>
          <p:nvPr>
            <p:ph type="sldNum" sz="quarter" idx="12"/>
          </p:nvPr>
        </p:nvSpPr>
        <p:spPr/>
        <p:txBody>
          <a:bodyPr/>
          <a:lstStyle>
            <a:lvl1pPr>
              <a:defRPr/>
            </a:lvl1pPr>
          </a:lstStyle>
          <a:p>
            <a:fld id="{741161E1-422A-471D-B309-FB2A8967D8F3}" type="slidenum">
              <a:rPr lang="en-US" altLang="pl-PL"/>
              <a:pPr/>
              <a:t>‹#›</a:t>
            </a:fld>
            <a:endParaRPr lang="en-US" altLang="pl-PL"/>
          </a:p>
        </p:txBody>
      </p:sp>
    </p:spTree>
    <p:extLst>
      <p:ext uri="{BB962C8B-B14F-4D97-AF65-F5344CB8AC3E}">
        <p14:creationId xmlns:p14="http://schemas.microsoft.com/office/powerpoint/2010/main" val="516953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itle 1"/>
          <p:cNvSpPr>
            <a:spLocks noGrp="1"/>
          </p:cNvSpPr>
          <p:nvPr>
            <p:ph type="title"/>
          </p:nvPr>
        </p:nvSpPr>
        <p:spPr>
          <a:xfrm>
            <a:off x="925298" y="402314"/>
            <a:ext cx="11586329" cy="1460574"/>
          </a:xfrm>
        </p:spPr>
        <p:txBody>
          <a:bodyPr/>
          <a:lstStyle/>
          <a:p>
            <a:r>
              <a:rPr lang="pl-PL"/>
              <a:t>Kliknij, aby edytować styl</a:t>
            </a:r>
            <a:endParaRPr lang="en-US" dirty="0"/>
          </a:p>
        </p:txBody>
      </p:sp>
      <p:sp>
        <p:nvSpPr>
          <p:cNvPr id="3" name="Text Placeholder 2"/>
          <p:cNvSpPr>
            <a:spLocks noGrp="1"/>
          </p:cNvSpPr>
          <p:nvPr>
            <p:ph type="body" idx="1"/>
          </p:nvPr>
        </p:nvSpPr>
        <p:spPr>
          <a:xfrm>
            <a:off x="925298" y="1852393"/>
            <a:ext cx="5682968" cy="907829"/>
          </a:xfrm>
        </p:spPr>
        <p:txBody>
          <a:bodyPr anchor="b"/>
          <a:lstStyle>
            <a:lvl1pPr marL="0" indent="0">
              <a:buNone/>
              <a:defRPr sz="2644" b="1"/>
            </a:lvl1pPr>
            <a:lvl2pPr marL="503743" indent="0">
              <a:buNone/>
              <a:defRPr sz="2204" b="1"/>
            </a:lvl2pPr>
            <a:lvl3pPr marL="1007486" indent="0">
              <a:buNone/>
              <a:defRPr sz="1983" b="1"/>
            </a:lvl3pPr>
            <a:lvl4pPr marL="1511229" indent="0">
              <a:buNone/>
              <a:defRPr sz="1763" b="1"/>
            </a:lvl4pPr>
            <a:lvl5pPr marL="2014972" indent="0">
              <a:buNone/>
              <a:defRPr sz="1763" b="1"/>
            </a:lvl5pPr>
            <a:lvl6pPr marL="2518715" indent="0">
              <a:buNone/>
              <a:defRPr sz="1763" b="1"/>
            </a:lvl6pPr>
            <a:lvl7pPr marL="3022458" indent="0">
              <a:buNone/>
              <a:defRPr sz="1763" b="1"/>
            </a:lvl7pPr>
            <a:lvl8pPr marL="3526201" indent="0">
              <a:buNone/>
              <a:defRPr sz="1763" b="1"/>
            </a:lvl8pPr>
            <a:lvl9pPr marL="4029944" indent="0">
              <a:buNone/>
              <a:defRPr sz="1763" b="1"/>
            </a:lvl9pPr>
          </a:lstStyle>
          <a:p>
            <a:pPr lvl="0"/>
            <a:r>
              <a:rPr lang="pl-PL"/>
              <a:t>Kliknij, aby edytować style wzorca tekstu</a:t>
            </a:r>
          </a:p>
        </p:txBody>
      </p:sp>
      <p:sp>
        <p:nvSpPr>
          <p:cNvPr id="4" name="Content Placeholder 3"/>
          <p:cNvSpPr>
            <a:spLocks noGrp="1"/>
          </p:cNvSpPr>
          <p:nvPr>
            <p:ph sz="half" idx="2"/>
          </p:nvPr>
        </p:nvSpPr>
        <p:spPr>
          <a:xfrm>
            <a:off x="925298" y="2760222"/>
            <a:ext cx="5682968" cy="405987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Text Placeholder 4"/>
          <p:cNvSpPr>
            <a:spLocks noGrp="1"/>
          </p:cNvSpPr>
          <p:nvPr>
            <p:ph type="body" sz="quarter" idx="3"/>
          </p:nvPr>
        </p:nvSpPr>
        <p:spPr>
          <a:xfrm>
            <a:off x="6800672" y="1852393"/>
            <a:ext cx="5710955" cy="907829"/>
          </a:xfrm>
        </p:spPr>
        <p:txBody>
          <a:bodyPr anchor="b"/>
          <a:lstStyle>
            <a:lvl1pPr marL="0" indent="0">
              <a:buNone/>
              <a:defRPr sz="2644" b="1"/>
            </a:lvl1pPr>
            <a:lvl2pPr marL="503743" indent="0">
              <a:buNone/>
              <a:defRPr sz="2204" b="1"/>
            </a:lvl2pPr>
            <a:lvl3pPr marL="1007486" indent="0">
              <a:buNone/>
              <a:defRPr sz="1983" b="1"/>
            </a:lvl3pPr>
            <a:lvl4pPr marL="1511229" indent="0">
              <a:buNone/>
              <a:defRPr sz="1763" b="1"/>
            </a:lvl4pPr>
            <a:lvl5pPr marL="2014972" indent="0">
              <a:buNone/>
              <a:defRPr sz="1763" b="1"/>
            </a:lvl5pPr>
            <a:lvl6pPr marL="2518715" indent="0">
              <a:buNone/>
              <a:defRPr sz="1763" b="1"/>
            </a:lvl6pPr>
            <a:lvl7pPr marL="3022458" indent="0">
              <a:buNone/>
              <a:defRPr sz="1763" b="1"/>
            </a:lvl7pPr>
            <a:lvl8pPr marL="3526201" indent="0">
              <a:buNone/>
              <a:defRPr sz="1763" b="1"/>
            </a:lvl8pPr>
            <a:lvl9pPr marL="4029944" indent="0">
              <a:buNone/>
              <a:defRPr sz="1763" b="1"/>
            </a:lvl9pPr>
          </a:lstStyle>
          <a:p>
            <a:pPr lvl="0"/>
            <a:r>
              <a:rPr lang="pl-PL"/>
              <a:t>Kliknij, aby edytować style wzorca tekstu</a:t>
            </a:r>
          </a:p>
        </p:txBody>
      </p:sp>
      <p:sp>
        <p:nvSpPr>
          <p:cNvPr id="6" name="Content Placeholder 5"/>
          <p:cNvSpPr>
            <a:spLocks noGrp="1"/>
          </p:cNvSpPr>
          <p:nvPr>
            <p:ph sz="quarter" idx="4"/>
          </p:nvPr>
        </p:nvSpPr>
        <p:spPr>
          <a:xfrm>
            <a:off x="6800672" y="2760222"/>
            <a:ext cx="5710955" cy="405987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7" name="Date Placeholder 3">
            <a:extLst>
              <a:ext uri="{FF2B5EF4-FFF2-40B4-BE49-F238E27FC236}">
                <a16:creationId xmlns:a16="http://schemas.microsoft.com/office/drawing/2014/main" id="{FF6A825B-E4C2-96D2-9F03-FE7694EC0EE2}"/>
              </a:ext>
            </a:extLst>
          </p:cNvPr>
          <p:cNvSpPr>
            <a:spLocks noGrp="1"/>
          </p:cNvSpPr>
          <p:nvPr>
            <p:ph type="dt" sz="half" idx="10"/>
          </p:nvPr>
        </p:nvSpPr>
        <p:spPr/>
        <p:txBody>
          <a:bodyPr/>
          <a:lstStyle>
            <a:lvl1pPr>
              <a:defRPr/>
            </a:lvl1pPr>
          </a:lstStyle>
          <a:p>
            <a:pPr>
              <a:defRPr/>
            </a:pPr>
            <a:fld id="{352444E6-5903-4A69-8175-4080DA7965A5}" type="datetimeFigureOut">
              <a:rPr lang="en-US"/>
              <a:pPr>
                <a:defRPr/>
              </a:pPr>
              <a:t>1/20/2026</a:t>
            </a:fld>
            <a:endParaRPr lang="en-US"/>
          </a:p>
        </p:txBody>
      </p:sp>
      <p:sp>
        <p:nvSpPr>
          <p:cNvPr id="8" name="Footer Placeholder 4">
            <a:extLst>
              <a:ext uri="{FF2B5EF4-FFF2-40B4-BE49-F238E27FC236}">
                <a16:creationId xmlns:a16="http://schemas.microsoft.com/office/drawing/2014/main" id="{BE81E77F-24D2-4325-0104-CC658DD0A40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1E92C6BE-0B7D-7537-12EB-6D05F91BF7C2}"/>
              </a:ext>
            </a:extLst>
          </p:cNvPr>
          <p:cNvSpPr>
            <a:spLocks noGrp="1"/>
          </p:cNvSpPr>
          <p:nvPr>
            <p:ph type="sldNum" sz="quarter" idx="12"/>
          </p:nvPr>
        </p:nvSpPr>
        <p:spPr/>
        <p:txBody>
          <a:bodyPr/>
          <a:lstStyle>
            <a:lvl1pPr>
              <a:defRPr/>
            </a:lvl1pPr>
          </a:lstStyle>
          <a:p>
            <a:fld id="{EAE496D4-E8CE-47AC-9846-E561286A4924}" type="slidenum">
              <a:rPr lang="en-US" altLang="pl-PL"/>
              <a:pPr/>
              <a:t>‹#›</a:t>
            </a:fld>
            <a:endParaRPr lang="en-US" altLang="pl-PL"/>
          </a:p>
        </p:txBody>
      </p:sp>
    </p:spTree>
    <p:extLst>
      <p:ext uri="{BB962C8B-B14F-4D97-AF65-F5344CB8AC3E}">
        <p14:creationId xmlns:p14="http://schemas.microsoft.com/office/powerpoint/2010/main" val="1325959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Date Placeholder 3">
            <a:extLst>
              <a:ext uri="{FF2B5EF4-FFF2-40B4-BE49-F238E27FC236}">
                <a16:creationId xmlns:a16="http://schemas.microsoft.com/office/drawing/2014/main" id="{A864AD40-D808-D9A9-2C0D-E89E8696D593}"/>
              </a:ext>
            </a:extLst>
          </p:cNvPr>
          <p:cNvSpPr>
            <a:spLocks noGrp="1"/>
          </p:cNvSpPr>
          <p:nvPr>
            <p:ph type="dt" sz="half" idx="10"/>
          </p:nvPr>
        </p:nvSpPr>
        <p:spPr/>
        <p:txBody>
          <a:bodyPr/>
          <a:lstStyle>
            <a:lvl1pPr>
              <a:defRPr/>
            </a:lvl1pPr>
          </a:lstStyle>
          <a:p>
            <a:pPr>
              <a:defRPr/>
            </a:pPr>
            <a:fld id="{6E9AEBED-4739-4884-812F-DCF706E58F2C}" type="datetimeFigureOut">
              <a:rPr lang="en-US"/>
              <a:pPr>
                <a:defRPr/>
              </a:pPr>
              <a:t>1/20/2026</a:t>
            </a:fld>
            <a:endParaRPr lang="en-US"/>
          </a:p>
        </p:txBody>
      </p:sp>
      <p:sp>
        <p:nvSpPr>
          <p:cNvPr id="4" name="Footer Placeholder 4">
            <a:extLst>
              <a:ext uri="{FF2B5EF4-FFF2-40B4-BE49-F238E27FC236}">
                <a16:creationId xmlns:a16="http://schemas.microsoft.com/office/drawing/2014/main" id="{991C844B-3838-732C-533C-9628E290FD42}"/>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D109CF6C-FA1D-639F-A108-A87E87EB8AE8}"/>
              </a:ext>
            </a:extLst>
          </p:cNvPr>
          <p:cNvSpPr>
            <a:spLocks noGrp="1"/>
          </p:cNvSpPr>
          <p:nvPr>
            <p:ph type="sldNum" sz="quarter" idx="12"/>
          </p:nvPr>
        </p:nvSpPr>
        <p:spPr/>
        <p:txBody>
          <a:bodyPr/>
          <a:lstStyle>
            <a:lvl1pPr>
              <a:defRPr/>
            </a:lvl1pPr>
          </a:lstStyle>
          <a:p>
            <a:fld id="{782AD2C7-10F8-4154-9EF2-E19B37A3A5B2}" type="slidenum">
              <a:rPr lang="en-US" altLang="pl-PL"/>
              <a:pPr/>
              <a:t>‹#›</a:t>
            </a:fld>
            <a:endParaRPr lang="en-US" altLang="pl-PL"/>
          </a:p>
        </p:txBody>
      </p:sp>
    </p:spTree>
    <p:extLst>
      <p:ext uri="{BB962C8B-B14F-4D97-AF65-F5344CB8AC3E}">
        <p14:creationId xmlns:p14="http://schemas.microsoft.com/office/powerpoint/2010/main" val="32279966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B9474510-7637-540C-5370-08CA8E6D7BA5}"/>
              </a:ext>
            </a:extLst>
          </p:cNvPr>
          <p:cNvSpPr>
            <a:spLocks noGrp="1"/>
          </p:cNvSpPr>
          <p:nvPr>
            <p:ph type="dt" sz="half" idx="10"/>
          </p:nvPr>
        </p:nvSpPr>
        <p:spPr/>
        <p:txBody>
          <a:bodyPr/>
          <a:lstStyle>
            <a:lvl1pPr>
              <a:defRPr/>
            </a:lvl1pPr>
          </a:lstStyle>
          <a:p>
            <a:pPr>
              <a:defRPr/>
            </a:pPr>
            <a:fld id="{B172F79F-485D-4D59-B6BF-055437B6A866}" type="datetimeFigureOut">
              <a:rPr lang="en-US"/>
              <a:pPr>
                <a:defRPr/>
              </a:pPr>
              <a:t>1/20/2026</a:t>
            </a:fld>
            <a:endParaRPr lang="en-US"/>
          </a:p>
        </p:txBody>
      </p:sp>
      <p:sp>
        <p:nvSpPr>
          <p:cNvPr id="3" name="Footer Placeholder 4">
            <a:extLst>
              <a:ext uri="{FF2B5EF4-FFF2-40B4-BE49-F238E27FC236}">
                <a16:creationId xmlns:a16="http://schemas.microsoft.com/office/drawing/2014/main" id="{8BFEFAC3-0718-305F-7D17-010092092904}"/>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7AA6610E-50EB-304D-9883-371E51801FC1}"/>
              </a:ext>
            </a:extLst>
          </p:cNvPr>
          <p:cNvSpPr>
            <a:spLocks noGrp="1"/>
          </p:cNvSpPr>
          <p:nvPr>
            <p:ph type="sldNum" sz="quarter" idx="12"/>
          </p:nvPr>
        </p:nvSpPr>
        <p:spPr/>
        <p:txBody>
          <a:bodyPr/>
          <a:lstStyle>
            <a:lvl1pPr>
              <a:defRPr/>
            </a:lvl1pPr>
          </a:lstStyle>
          <a:p>
            <a:fld id="{5FC1D6AE-4A42-4D3C-BDA1-7AFFD3E62277}" type="slidenum">
              <a:rPr lang="en-US" altLang="pl-PL"/>
              <a:pPr/>
              <a:t>‹#›</a:t>
            </a:fld>
            <a:endParaRPr lang="en-US" altLang="pl-PL"/>
          </a:p>
        </p:txBody>
      </p:sp>
    </p:spTree>
    <p:extLst>
      <p:ext uri="{BB962C8B-B14F-4D97-AF65-F5344CB8AC3E}">
        <p14:creationId xmlns:p14="http://schemas.microsoft.com/office/powerpoint/2010/main" val="14254854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itle 1"/>
          <p:cNvSpPr>
            <a:spLocks noGrp="1"/>
          </p:cNvSpPr>
          <p:nvPr>
            <p:ph type="title"/>
          </p:nvPr>
        </p:nvSpPr>
        <p:spPr>
          <a:xfrm>
            <a:off x="925298" y="503767"/>
            <a:ext cx="4332629" cy="1763183"/>
          </a:xfrm>
        </p:spPr>
        <p:txBody>
          <a:bodyPr anchor="b"/>
          <a:lstStyle>
            <a:lvl1pPr>
              <a:defRPr sz="3526"/>
            </a:lvl1pPr>
          </a:lstStyle>
          <a:p>
            <a:r>
              <a:rPr lang="pl-PL"/>
              <a:t>Kliknij, aby edytować styl</a:t>
            </a:r>
            <a:endParaRPr lang="en-US" dirty="0"/>
          </a:p>
        </p:txBody>
      </p:sp>
      <p:sp>
        <p:nvSpPr>
          <p:cNvPr id="3" name="Content Placeholder 2"/>
          <p:cNvSpPr>
            <a:spLocks noGrp="1"/>
          </p:cNvSpPr>
          <p:nvPr>
            <p:ph idx="1"/>
          </p:nvPr>
        </p:nvSpPr>
        <p:spPr>
          <a:xfrm>
            <a:off x="5710956" y="1087996"/>
            <a:ext cx="6800671" cy="5370013"/>
          </a:xfrm>
        </p:spPr>
        <p:txBody>
          <a:bodyPr/>
          <a:lstStyle>
            <a:lvl1pPr>
              <a:defRPr sz="3526"/>
            </a:lvl1pPr>
            <a:lvl2pPr>
              <a:defRPr sz="3085"/>
            </a:lvl2pPr>
            <a:lvl3pPr>
              <a:defRPr sz="2644"/>
            </a:lvl3pPr>
            <a:lvl4pPr>
              <a:defRPr sz="2204"/>
            </a:lvl4pPr>
            <a:lvl5pPr>
              <a:defRPr sz="2204"/>
            </a:lvl5pPr>
            <a:lvl6pPr>
              <a:defRPr sz="2204"/>
            </a:lvl6pPr>
            <a:lvl7pPr>
              <a:defRPr sz="2204"/>
            </a:lvl7pPr>
            <a:lvl8pPr>
              <a:defRPr sz="2204"/>
            </a:lvl8pPr>
            <a:lvl9pPr>
              <a:defRPr sz="2204"/>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Text Placeholder 3"/>
          <p:cNvSpPr>
            <a:spLocks noGrp="1"/>
          </p:cNvSpPr>
          <p:nvPr>
            <p:ph type="body" sz="half" idx="2"/>
          </p:nvPr>
        </p:nvSpPr>
        <p:spPr>
          <a:xfrm>
            <a:off x="925298" y="2266950"/>
            <a:ext cx="4332629" cy="4199805"/>
          </a:xfrm>
        </p:spPr>
        <p:txBody>
          <a:bodyPr/>
          <a:lstStyle>
            <a:lvl1pPr marL="0" indent="0">
              <a:buNone/>
              <a:defRPr sz="1763"/>
            </a:lvl1pPr>
            <a:lvl2pPr marL="503743" indent="0">
              <a:buNone/>
              <a:defRPr sz="1543"/>
            </a:lvl2pPr>
            <a:lvl3pPr marL="1007486" indent="0">
              <a:buNone/>
              <a:defRPr sz="1322"/>
            </a:lvl3pPr>
            <a:lvl4pPr marL="1511229" indent="0">
              <a:buNone/>
              <a:defRPr sz="1102"/>
            </a:lvl4pPr>
            <a:lvl5pPr marL="2014972" indent="0">
              <a:buNone/>
              <a:defRPr sz="1102"/>
            </a:lvl5pPr>
            <a:lvl6pPr marL="2518715" indent="0">
              <a:buNone/>
              <a:defRPr sz="1102"/>
            </a:lvl6pPr>
            <a:lvl7pPr marL="3022458" indent="0">
              <a:buNone/>
              <a:defRPr sz="1102"/>
            </a:lvl7pPr>
            <a:lvl8pPr marL="3526201" indent="0">
              <a:buNone/>
              <a:defRPr sz="1102"/>
            </a:lvl8pPr>
            <a:lvl9pPr marL="4029944" indent="0">
              <a:buNone/>
              <a:defRPr sz="1102"/>
            </a:lvl9pPr>
          </a:lstStyle>
          <a:p>
            <a:pPr lvl="0"/>
            <a:r>
              <a:rPr lang="pl-PL"/>
              <a:t>Kliknij, aby edytować style wzorca tekstu</a:t>
            </a:r>
          </a:p>
        </p:txBody>
      </p:sp>
      <p:sp>
        <p:nvSpPr>
          <p:cNvPr id="5" name="Date Placeholder 3">
            <a:extLst>
              <a:ext uri="{FF2B5EF4-FFF2-40B4-BE49-F238E27FC236}">
                <a16:creationId xmlns:a16="http://schemas.microsoft.com/office/drawing/2014/main" id="{D3D7E2D9-E08D-8DCE-63FB-9358EE935821}"/>
              </a:ext>
            </a:extLst>
          </p:cNvPr>
          <p:cNvSpPr>
            <a:spLocks noGrp="1"/>
          </p:cNvSpPr>
          <p:nvPr>
            <p:ph type="dt" sz="half" idx="10"/>
          </p:nvPr>
        </p:nvSpPr>
        <p:spPr/>
        <p:txBody>
          <a:bodyPr/>
          <a:lstStyle>
            <a:lvl1pPr>
              <a:defRPr/>
            </a:lvl1pPr>
          </a:lstStyle>
          <a:p>
            <a:pPr>
              <a:defRPr/>
            </a:pPr>
            <a:fld id="{9A7CDEAC-6F3F-4AA7-A808-83A2021B2FBA}" type="datetimeFigureOut">
              <a:rPr lang="en-US"/>
              <a:pPr>
                <a:defRPr/>
              </a:pPr>
              <a:t>1/20/2026</a:t>
            </a:fld>
            <a:endParaRPr lang="en-US"/>
          </a:p>
        </p:txBody>
      </p:sp>
      <p:sp>
        <p:nvSpPr>
          <p:cNvPr id="6" name="Footer Placeholder 4">
            <a:extLst>
              <a:ext uri="{FF2B5EF4-FFF2-40B4-BE49-F238E27FC236}">
                <a16:creationId xmlns:a16="http://schemas.microsoft.com/office/drawing/2014/main" id="{19414CDE-4411-EEF2-34AE-5C8FA64BC18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32B2AD3-6122-5F68-5225-219002819988}"/>
              </a:ext>
            </a:extLst>
          </p:cNvPr>
          <p:cNvSpPr>
            <a:spLocks noGrp="1"/>
          </p:cNvSpPr>
          <p:nvPr>
            <p:ph type="sldNum" sz="quarter" idx="12"/>
          </p:nvPr>
        </p:nvSpPr>
        <p:spPr/>
        <p:txBody>
          <a:bodyPr/>
          <a:lstStyle>
            <a:lvl1pPr>
              <a:defRPr/>
            </a:lvl1pPr>
          </a:lstStyle>
          <a:p>
            <a:fld id="{BE8F5300-578A-4C1B-8B8C-10FD5FED11F5}" type="slidenum">
              <a:rPr lang="en-US" altLang="pl-PL"/>
              <a:pPr/>
              <a:t>‹#›</a:t>
            </a:fld>
            <a:endParaRPr lang="en-US" altLang="pl-PL"/>
          </a:p>
        </p:txBody>
      </p:sp>
    </p:spTree>
    <p:extLst>
      <p:ext uri="{BB962C8B-B14F-4D97-AF65-F5344CB8AC3E}">
        <p14:creationId xmlns:p14="http://schemas.microsoft.com/office/powerpoint/2010/main" val="37883808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itle 1"/>
          <p:cNvSpPr>
            <a:spLocks noGrp="1"/>
          </p:cNvSpPr>
          <p:nvPr>
            <p:ph type="title"/>
          </p:nvPr>
        </p:nvSpPr>
        <p:spPr>
          <a:xfrm>
            <a:off x="925298" y="503767"/>
            <a:ext cx="4332629" cy="1763183"/>
          </a:xfrm>
        </p:spPr>
        <p:txBody>
          <a:bodyPr anchor="b"/>
          <a:lstStyle>
            <a:lvl1pPr>
              <a:defRPr sz="3526"/>
            </a:lvl1pPr>
          </a:lstStyle>
          <a:p>
            <a:r>
              <a:rPr lang="pl-PL"/>
              <a:t>Kliknij, aby edytować styl</a:t>
            </a:r>
            <a:endParaRPr lang="en-US" dirty="0"/>
          </a:p>
        </p:txBody>
      </p:sp>
      <p:sp>
        <p:nvSpPr>
          <p:cNvPr id="3" name="Picture Placeholder 2"/>
          <p:cNvSpPr>
            <a:spLocks noGrp="1" noChangeAspect="1"/>
          </p:cNvSpPr>
          <p:nvPr>
            <p:ph type="pic" idx="1"/>
          </p:nvPr>
        </p:nvSpPr>
        <p:spPr>
          <a:xfrm>
            <a:off x="5710956" y="1087996"/>
            <a:ext cx="6800671" cy="5370013"/>
          </a:xfrm>
        </p:spPr>
        <p:txBody>
          <a:bodyPr rtlCol="0">
            <a:normAutofit/>
          </a:bodyPr>
          <a:lstStyle>
            <a:lvl1pPr marL="0" indent="0">
              <a:buNone/>
              <a:defRPr sz="3526"/>
            </a:lvl1pPr>
            <a:lvl2pPr marL="503743" indent="0">
              <a:buNone/>
              <a:defRPr sz="3085"/>
            </a:lvl2pPr>
            <a:lvl3pPr marL="1007486" indent="0">
              <a:buNone/>
              <a:defRPr sz="2644"/>
            </a:lvl3pPr>
            <a:lvl4pPr marL="1511229" indent="0">
              <a:buNone/>
              <a:defRPr sz="2204"/>
            </a:lvl4pPr>
            <a:lvl5pPr marL="2014972" indent="0">
              <a:buNone/>
              <a:defRPr sz="2204"/>
            </a:lvl5pPr>
            <a:lvl6pPr marL="2518715" indent="0">
              <a:buNone/>
              <a:defRPr sz="2204"/>
            </a:lvl6pPr>
            <a:lvl7pPr marL="3022458" indent="0">
              <a:buNone/>
              <a:defRPr sz="2204"/>
            </a:lvl7pPr>
            <a:lvl8pPr marL="3526201" indent="0">
              <a:buNone/>
              <a:defRPr sz="2204"/>
            </a:lvl8pPr>
            <a:lvl9pPr marL="4029944" indent="0">
              <a:buNone/>
              <a:defRPr sz="2204"/>
            </a:lvl9pPr>
          </a:lstStyle>
          <a:p>
            <a:pPr lvl="0"/>
            <a:r>
              <a:rPr lang="pl-PL" noProof="0"/>
              <a:t>Kliknij ikonę, aby dodać obraz</a:t>
            </a:r>
            <a:endParaRPr lang="en-US" noProof="0" dirty="0"/>
          </a:p>
        </p:txBody>
      </p:sp>
      <p:sp>
        <p:nvSpPr>
          <p:cNvPr id="4" name="Text Placeholder 3"/>
          <p:cNvSpPr>
            <a:spLocks noGrp="1"/>
          </p:cNvSpPr>
          <p:nvPr>
            <p:ph type="body" sz="half" idx="2"/>
          </p:nvPr>
        </p:nvSpPr>
        <p:spPr>
          <a:xfrm>
            <a:off x="925298" y="2266950"/>
            <a:ext cx="4332629" cy="4199805"/>
          </a:xfrm>
        </p:spPr>
        <p:txBody>
          <a:bodyPr/>
          <a:lstStyle>
            <a:lvl1pPr marL="0" indent="0">
              <a:buNone/>
              <a:defRPr sz="1763"/>
            </a:lvl1pPr>
            <a:lvl2pPr marL="503743" indent="0">
              <a:buNone/>
              <a:defRPr sz="1543"/>
            </a:lvl2pPr>
            <a:lvl3pPr marL="1007486" indent="0">
              <a:buNone/>
              <a:defRPr sz="1322"/>
            </a:lvl3pPr>
            <a:lvl4pPr marL="1511229" indent="0">
              <a:buNone/>
              <a:defRPr sz="1102"/>
            </a:lvl4pPr>
            <a:lvl5pPr marL="2014972" indent="0">
              <a:buNone/>
              <a:defRPr sz="1102"/>
            </a:lvl5pPr>
            <a:lvl6pPr marL="2518715" indent="0">
              <a:buNone/>
              <a:defRPr sz="1102"/>
            </a:lvl6pPr>
            <a:lvl7pPr marL="3022458" indent="0">
              <a:buNone/>
              <a:defRPr sz="1102"/>
            </a:lvl7pPr>
            <a:lvl8pPr marL="3526201" indent="0">
              <a:buNone/>
              <a:defRPr sz="1102"/>
            </a:lvl8pPr>
            <a:lvl9pPr marL="4029944" indent="0">
              <a:buNone/>
              <a:defRPr sz="1102"/>
            </a:lvl9pPr>
          </a:lstStyle>
          <a:p>
            <a:pPr lvl="0"/>
            <a:r>
              <a:rPr lang="pl-PL"/>
              <a:t>Kliknij, aby edytować style wzorca tekstu</a:t>
            </a:r>
          </a:p>
        </p:txBody>
      </p:sp>
      <p:sp>
        <p:nvSpPr>
          <p:cNvPr id="5" name="Date Placeholder 3">
            <a:extLst>
              <a:ext uri="{FF2B5EF4-FFF2-40B4-BE49-F238E27FC236}">
                <a16:creationId xmlns:a16="http://schemas.microsoft.com/office/drawing/2014/main" id="{F17AB57D-DBF1-3B3E-8938-434A4FCD8213}"/>
              </a:ext>
            </a:extLst>
          </p:cNvPr>
          <p:cNvSpPr>
            <a:spLocks noGrp="1"/>
          </p:cNvSpPr>
          <p:nvPr>
            <p:ph type="dt" sz="half" idx="10"/>
          </p:nvPr>
        </p:nvSpPr>
        <p:spPr/>
        <p:txBody>
          <a:bodyPr/>
          <a:lstStyle>
            <a:lvl1pPr>
              <a:defRPr/>
            </a:lvl1pPr>
          </a:lstStyle>
          <a:p>
            <a:pPr>
              <a:defRPr/>
            </a:pPr>
            <a:fld id="{8BA0E20A-8706-47D4-8C90-5F8090691785}" type="datetimeFigureOut">
              <a:rPr lang="en-US"/>
              <a:pPr>
                <a:defRPr/>
              </a:pPr>
              <a:t>1/20/2026</a:t>
            </a:fld>
            <a:endParaRPr lang="en-US"/>
          </a:p>
        </p:txBody>
      </p:sp>
      <p:sp>
        <p:nvSpPr>
          <p:cNvPr id="6" name="Footer Placeholder 4">
            <a:extLst>
              <a:ext uri="{FF2B5EF4-FFF2-40B4-BE49-F238E27FC236}">
                <a16:creationId xmlns:a16="http://schemas.microsoft.com/office/drawing/2014/main" id="{B8A56064-AF6D-4007-DAEA-49086AA3D79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9606C7A-6015-496B-98D6-174711FE1B55}"/>
              </a:ext>
            </a:extLst>
          </p:cNvPr>
          <p:cNvSpPr>
            <a:spLocks noGrp="1"/>
          </p:cNvSpPr>
          <p:nvPr>
            <p:ph type="sldNum" sz="quarter" idx="12"/>
          </p:nvPr>
        </p:nvSpPr>
        <p:spPr/>
        <p:txBody>
          <a:bodyPr/>
          <a:lstStyle>
            <a:lvl1pPr>
              <a:defRPr/>
            </a:lvl1pPr>
          </a:lstStyle>
          <a:p>
            <a:fld id="{6BCB8D03-2CE3-4610-9057-872DFB0E8A21}" type="slidenum">
              <a:rPr lang="en-US" altLang="pl-PL"/>
              <a:pPr/>
              <a:t>‹#›</a:t>
            </a:fld>
            <a:endParaRPr lang="en-US" altLang="pl-PL"/>
          </a:p>
        </p:txBody>
      </p:sp>
    </p:spTree>
    <p:extLst>
      <p:ext uri="{BB962C8B-B14F-4D97-AF65-F5344CB8AC3E}">
        <p14:creationId xmlns:p14="http://schemas.microsoft.com/office/powerpoint/2010/main" val="37406814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Vertical Text Placeholder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a:extLst>
              <a:ext uri="{FF2B5EF4-FFF2-40B4-BE49-F238E27FC236}">
                <a16:creationId xmlns:a16="http://schemas.microsoft.com/office/drawing/2014/main" id="{A946A830-4E3B-743F-07C2-ECB4E739FB3A}"/>
              </a:ext>
            </a:extLst>
          </p:cNvPr>
          <p:cNvSpPr>
            <a:spLocks noGrp="1"/>
          </p:cNvSpPr>
          <p:nvPr>
            <p:ph type="dt" sz="half" idx="10"/>
          </p:nvPr>
        </p:nvSpPr>
        <p:spPr/>
        <p:txBody>
          <a:bodyPr/>
          <a:lstStyle>
            <a:lvl1pPr>
              <a:defRPr/>
            </a:lvl1pPr>
          </a:lstStyle>
          <a:p>
            <a:pPr>
              <a:defRPr/>
            </a:pPr>
            <a:fld id="{D9CD0DB5-A902-4C36-A731-AD0B586E90E4}" type="datetimeFigureOut">
              <a:rPr lang="en-US"/>
              <a:pPr>
                <a:defRPr/>
              </a:pPr>
              <a:t>1/20/2026</a:t>
            </a:fld>
            <a:endParaRPr lang="en-US"/>
          </a:p>
        </p:txBody>
      </p:sp>
      <p:sp>
        <p:nvSpPr>
          <p:cNvPr id="5" name="Footer Placeholder 4">
            <a:extLst>
              <a:ext uri="{FF2B5EF4-FFF2-40B4-BE49-F238E27FC236}">
                <a16:creationId xmlns:a16="http://schemas.microsoft.com/office/drawing/2014/main" id="{A52AB058-D621-0D9E-F77A-79537181525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08E0592-D546-07D3-8AC0-ADD5FA9C10D5}"/>
              </a:ext>
            </a:extLst>
          </p:cNvPr>
          <p:cNvSpPr>
            <a:spLocks noGrp="1"/>
          </p:cNvSpPr>
          <p:nvPr>
            <p:ph type="sldNum" sz="quarter" idx="12"/>
          </p:nvPr>
        </p:nvSpPr>
        <p:spPr/>
        <p:txBody>
          <a:bodyPr/>
          <a:lstStyle>
            <a:lvl1pPr>
              <a:defRPr/>
            </a:lvl1pPr>
          </a:lstStyle>
          <a:p>
            <a:fld id="{8930C71F-757D-4FEF-AA5A-BEE04DAEB8A5}" type="slidenum">
              <a:rPr lang="en-US" altLang="pl-PL"/>
              <a:pPr/>
              <a:t>‹#›</a:t>
            </a:fld>
            <a:endParaRPr lang="en-US" altLang="pl-PL"/>
          </a:p>
        </p:txBody>
      </p:sp>
    </p:spTree>
    <p:extLst>
      <p:ext uri="{BB962C8B-B14F-4D97-AF65-F5344CB8AC3E}">
        <p14:creationId xmlns:p14="http://schemas.microsoft.com/office/powerpoint/2010/main" val="1808600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613295" y="402314"/>
            <a:ext cx="2896582" cy="6403784"/>
          </a:xfrm>
        </p:spPr>
        <p:txBody>
          <a:bodyPr vert="eaVert"/>
          <a:lstStyle/>
          <a:p>
            <a:r>
              <a:rPr lang="pl-PL"/>
              <a:t>Kliknij, aby edytować styl</a:t>
            </a:r>
            <a:endParaRPr lang="en-US" dirty="0"/>
          </a:p>
        </p:txBody>
      </p:sp>
      <p:sp>
        <p:nvSpPr>
          <p:cNvPr id="3" name="Vertical Text Placeholder 2"/>
          <p:cNvSpPr>
            <a:spLocks noGrp="1"/>
          </p:cNvSpPr>
          <p:nvPr>
            <p:ph type="body" orient="vert" idx="1"/>
          </p:nvPr>
        </p:nvSpPr>
        <p:spPr>
          <a:xfrm>
            <a:off x="923548" y="402314"/>
            <a:ext cx="8521829" cy="6403784"/>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a:extLst>
              <a:ext uri="{FF2B5EF4-FFF2-40B4-BE49-F238E27FC236}">
                <a16:creationId xmlns:a16="http://schemas.microsoft.com/office/drawing/2014/main" id="{5E0882B3-8936-B1D1-DE7A-7F2447860AE7}"/>
              </a:ext>
            </a:extLst>
          </p:cNvPr>
          <p:cNvSpPr>
            <a:spLocks noGrp="1"/>
          </p:cNvSpPr>
          <p:nvPr>
            <p:ph type="dt" sz="half" idx="10"/>
          </p:nvPr>
        </p:nvSpPr>
        <p:spPr/>
        <p:txBody>
          <a:bodyPr/>
          <a:lstStyle>
            <a:lvl1pPr>
              <a:defRPr/>
            </a:lvl1pPr>
          </a:lstStyle>
          <a:p>
            <a:pPr>
              <a:defRPr/>
            </a:pPr>
            <a:fld id="{7C8DAE52-3A81-4CC9-A3A3-007C376E9308}" type="datetimeFigureOut">
              <a:rPr lang="en-US"/>
              <a:pPr>
                <a:defRPr/>
              </a:pPr>
              <a:t>1/20/2026</a:t>
            </a:fld>
            <a:endParaRPr lang="en-US"/>
          </a:p>
        </p:txBody>
      </p:sp>
      <p:sp>
        <p:nvSpPr>
          <p:cNvPr id="5" name="Footer Placeholder 4">
            <a:extLst>
              <a:ext uri="{FF2B5EF4-FFF2-40B4-BE49-F238E27FC236}">
                <a16:creationId xmlns:a16="http://schemas.microsoft.com/office/drawing/2014/main" id="{86E440D8-9316-31D7-B2C8-DD71BD47440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BAB8EDC-DC36-CCA0-7D11-A336C5B4199A}"/>
              </a:ext>
            </a:extLst>
          </p:cNvPr>
          <p:cNvSpPr>
            <a:spLocks noGrp="1"/>
          </p:cNvSpPr>
          <p:nvPr>
            <p:ph type="sldNum" sz="quarter" idx="12"/>
          </p:nvPr>
        </p:nvSpPr>
        <p:spPr/>
        <p:txBody>
          <a:bodyPr/>
          <a:lstStyle>
            <a:lvl1pPr>
              <a:defRPr/>
            </a:lvl1pPr>
          </a:lstStyle>
          <a:p>
            <a:fld id="{9C91DE93-65C2-4A11-9418-415A66013020}" type="slidenum">
              <a:rPr lang="en-US" altLang="pl-PL"/>
              <a:pPr/>
              <a:t>‹#›</a:t>
            </a:fld>
            <a:endParaRPr lang="en-US" altLang="pl-PL"/>
          </a:p>
        </p:txBody>
      </p:sp>
    </p:spTree>
    <p:extLst>
      <p:ext uri="{BB962C8B-B14F-4D97-AF65-F5344CB8AC3E}">
        <p14:creationId xmlns:p14="http://schemas.microsoft.com/office/powerpoint/2010/main" val="3621806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259E16A3-B845-B1EA-86EC-397D2A754A06}"/>
              </a:ext>
            </a:extLst>
          </p:cNvPr>
          <p:cNvSpPr>
            <a:spLocks noGrp="1"/>
          </p:cNvSpPr>
          <p:nvPr>
            <p:ph type="title"/>
          </p:nvPr>
        </p:nvSpPr>
        <p:spPr bwMode="auto">
          <a:xfrm>
            <a:off x="923925" y="401638"/>
            <a:ext cx="1158557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l-PL" altLang="pl-PL"/>
              <a:t>Kliknij, aby edytować styl</a:t>
            </a:r>
            <a:endParaRPr lang="en-US" altLang="pl-PL"/>
          </a:p>
        </p:txBody>
      </p:sp>
      <p:sp>
        <p:nvSpPr>
          <p:cNvPr id="1027" name="Text Placeholder 2">
            <a:extLst>
              <a:ext uri="{FF2B5EF4-FFF2-40B4-BE49-F238E27FC236}">
                <a16:creationId xmlns:a16="http://schemas.microsoft.com/office/drawing/2014/main" id="{26C0F1FD-666A-F59B-489A-EF5046756530}"/>
              </a:ext>
            </a:extLst>
          </p:cNvPr>
          <p:cNvSpPr>
            <a:spLocks noGrp="1"/>
          </p:cNvSpPr>
          <p:nvPr>
            <p:ph type="body" idx="1"/>
          </p:nvPr>
        </p:nvSpPr>
        <p:spPr bwMode="auto">
          <a:xfrm>
            <a:off x="923925" y="2011363"/>
            <a:ext cx="11585575" cy="479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l-PL" altLang="pl-PL"/>
              <a:t>Kliknij, aby edytować style wzorca tekstu</a:t>
            </a:r>
          </a:p>
          <a:p>
            <a:pPr lvl="1"/>
            <a:r>
              <a:rPr lang="pl-PL" altLang="pl-PL"/>
              <a:t>Drugi poziom</a:t>
            </a:r>
          </a:p>
          <a:p>
            <a:pPr lvl="2"/>
            <a:r>
              <a:rPr lang="pl-PL" altLang="pl-PL"/>
              <a:t>Trzeci poziom</a:t>
            </a:r>
          </a:p>
          <a:p>
            <a:pPr lvl="3"/>
            <a:r>
              <a:rPr lang="pl-PL" altLang="pl-PL"/>
              <a:t>Czwarty poziom</a:t>
            </a:r>
          </a:p>
          <a:p>
            <a:pPr lvl="4"/>
            <a:r>
              <a:rPr lang="pl-PL" altLang="pl-PL"/>
              <a:t>Piąty poziom</a:t>
            </a:r>
            <a:endParaRPr lang="en-US" altLang="pl-PL"/>
          </a:p>
        </p:txBody>
      </p:sp>
      <p:sp>
        <p:nvSpPr>
          <p:cNvPr id="4" name="Date Placeholder 3">
            <a:extLst>
              <a:ext uri="{FF2B5EF4-FFF2-40B4-BE49-F238E27FC236}">
                <a16:creationId xmlns:a16="http://schemas.microsoft.com/office/drawing/2014/main" id="{29B008C4-548B-4BCF-AD52-8A6982987185}"/>
              </a:ext>
            </a:extLst>
          </p:cNvPr>
          <p:cNvSpPr>
            <a:spLocks noGrp="1"/>
          </p:cNvSpPr>
          <p:nvPr>
            <p:ph type="dt" sz="half" idx="2"/>
          </p:nvPr>
        </p:nvSpPr>
        <p:spPr>
          <a:xfrm>
            <a:off x="923925" y="7004050"/>
            <a:ext cx="3022600" cy="401638"/>
          </a:xfrm>
          <a:prstGeom prst="rect">
            <a:avLst/>
          </a:prstGeom>
        </p:spPr>
        <p:txBody>
          <a:bodyPr vert="horz" lIns="91440" tIns="45720" rIns="91440" bIns="45720" rtlCol="0" anchor="ctr"/>
          <a:lstStyle>
            <a:lvl1pPr algn="l">
              <a:defRPr sz="1322">
                <a:solidFill>
                  <a:schemeClr val="tx1">
                    <a:tint val="75000"/>
                  </a:schemeClr>
                </a:solidFill>
              </a:defRPr>
            </a:lvl1pPr>
          </a:lstStyle>
          <a:p>
            <a:pPr>
              <a:defRPr/>
            </a:pPr>
            <a:fld id="{89B3DB67-CB81-436D-8C5D-604A30B6D26E}" type="datetimeFigureOut">
              <a:rPr lang="en-US"/>
              <a:pPr>
                <a:defRPr/>
              </a:pPr>
              <a:t>1/20/2026</a:t>
            </a:fld>
            <a:endParaRPr lang="en-US"/>
          </a:p>
        </p:txBody>
      </p:sp>
      <p:sp>
        <p:nvSpPr>
          <p:cNvPr id="5" name="Footer Placeholder 4">
            <a:extLst>
              <a:ext uri="{FF2B5EF4-FFF2-40B4-BE49-F238E27FC236}">
                <a16:creationId xmlns:a16="http://schemas.microsoft.com/office/drawing/2014/main" id="{82228BF4-0903-4F69-BB5F-2EF7E00744C3}"/>
              </a:ext>
            </a:extLst>
          </p:cNvPr>
          <p:cNvSpPr>
            <a:spLocks noGrp="1"/>
          </p:cNvSpPr>
          <p:nvPr>
            <p:ph type="ftr" sz="quarter" idx="3"/>
          </p:nvPr>
        </p:nvSpPr>
        <p:spPr>
          <a:xfrm>
            <a:off x="4449763" y="7004050"/>
            <a:ext cx="4533900" cy="401638"/>
          </a:xfrm>
          <a:prstGeom prst="rect">
            <a:avLst/>
          </a:prstGeom>
        </p:spPr>
        <p:txBody>
          <a:bodyPr vert="horz" lIns="91440" tIns="45720" rIns="91440" bIns="45720" rtlCol="0" anchor="ctr"/>
          <a:lstStyle>
            <a:lvl1pPr algn="ctr">
              <a:defRPr sz="1322">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D7D8D874-C296-4854-9F7B-015B1B7C0A88}"/>
              </a:ext>
            </a:extLst>
          </p:cNvPr>
          <p:cNvSpPr>
            <a:spLocks noGrp="1"/>
          </p:cNvSpPr>
          <p:nvPr>
            <p:ph type="sldNum" sz="quarter" idx="4"/>
          </p:nvPr>
        </p:nvSpPr>
        <p:spPr>
          <a:xfrm>
            <a:off x="9486900" y="7004050"/>
            <a:ext cx="3022600" cy="401638"/>
          </a:xfrm>
          <a:prstGeom prst="rect">
            <a:avLst/>
          </a:prstGeom>
        </p:spPr>
        <p:txBody>
          <a:bodyPr vert="horz" wrap="square" lIns="91440" tIns="45720" rIns="91440" bIns="45720" numCol="1" anchor="ctr" anchorCtr="0" compatLnSpc="1">
            <a:prstTxWarp prst="textNoShape">
              <a:avLst/>
            </a:prstTxWarp>
          </a:bodyPr>
          <a:lstStyle>
            <a:lvl1pPr algn="r">
              <a:defRPr sz="1300">
                <a:solidFill>
                  <a:srgbClr val="898989"/>
                </a:solidFill>
              </a:defRPr>
            </a:lvl1pPr>
          </a:lstStyle>
          <a:p>
            <a:fld id="{557166E1-5D14-4BEE-831F-5ECBAB97585A}" type="slidenum">
              <a:rPr lang="en-US" altLang="pl-PL"/>
              <a:pPr/>
              <a:t>‹#›</a:t>
            </a:fld>
            <a:endParaRPr lang="en-US" altLang="pl-PL"/>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006475" rtl="0" eaLnBrk="0" fontAlgn="base" hangingPunct="0">
        <a:lnSpc>
          <a:spcPct val="90000"/>
        </a:lnSpc>
        <a:spcBef>
          <a:spcPct val="0"/>
        </a:spcBef>
        <a:spcAft>
          <a:spcPct val="0"/>
        </a:spcAft>
        <a:defRPr sz="4800" kern="1200">
          <a:solidFill>
            <a:schemeClr val="tx1"/>
          </a:solidFill>
          <a:latin typeface="+mj-lt"/>
          <a:ea typeface="+mj-ea"/>
          <a:cs typeface="+mj-cs"/>
        </a:defRPr>
      </a:lvl1pPr>
      <a:lvl2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2pPr>
      <a:lvl3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3pPr>
      <a:lvl4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4pPr>
      <a:lvl5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5pPr>
      <a:lvl6pPr marL="457200" algn="l" defTabSz="1006475" rtl="0" fontAlgn="base">
        <a:lnSpc>
          <a:spcPct val="90000"/>
        </a:lnSpc>
        <a:spcBef>
          <a:spcPct val="0"/>
        </a:spcBef>
        <a:spcAft>
          <a:spcPct val="0"/>
        </a:spcAft>
        <a:defRPr sz="4800">
          <a:solidFill>
            <a:schemeClr val="tx1"/>
          </a:solidFill>
          <a:latin typeface="Calibri Light" panose="020F0302020204030204" pitchFamily="34" charset="0"/>
        </a:defRPr>
      </a:lvl6pPr>
      <a:lvl7pPr marL="914400" algn="l" defTabSz="1006475" rtl="0" fontAlgn="base">
        <a:lnSpc>
          <a:spcPct val="90000"/>
        </a:lnSpc>
        <a:spcBef>
          <a:spcPct val="0"/>
        </a:spcBef>
        <a:spcAft>
          <a:spcPct val="0"/>
        </a:spcAft>
        <a:defRPr sz="4800">
          <a:solidFill>
            <a:schemeClr val="tx1"/>
          </a:solidFill>
          <a:latin typeface="Calibri Light" panose="020F0302020204030204" pitchFamily="34" charset="0"/>
        </a:defRPr>
      </a:lvl7pPr>
      <a:lvl8pPr marL="1371600" algn="l" defTabSz="1006475" rtl="0" fontAlgn="base">
        <a:lnSpc>
          <a:spcPct val="90000"/>
        </a:lnSpc>
        <a:spcBef>
          <a:spcPct val="0"/>
        </a:spcBef>
        <a:spcAft>
          <a:spcPct val="0"/>
        </a:spcAft>
        <a:defRPr sz="4800">
          <a:solidFill>
            <a:schemeClr val="tx1"/>
          </a:solidFill>
          <a:latin typeface="Calibri Light" panose="020F0302020204030204" pitchFamily="34" charset="0"/>
        </a:defRPr>
      </a:lvl8pPr>
      <a:lvl9pPr marL="1828800" algn="l" defTabSz="1006475" rtl="0" fontAlgn="base">
        <a:lnSpc>
          <a:spcPct val="90000"/>
        </a:lnSpc>
        <a:spcBef>
          <a:spcPct val="0"/>
        </a:spcBef>
        <a:spcAft>
          <a:spcPct val="0"/>
        </a:spcAft>
        <a:defRPr sz="4800">
          <a:solidFill>
            <a:schemeClr val="tx1"/>
          </a:solidFill>
          <a:latin typeface="Calibri Light" panose="020F0302020204030204" pitchFamily="34" charset="0"/>
        </a:defRPr>
      </a:lvl9pPr>
    </p:titleStyle>
    <p:bodyStyle>
      <a:lvl1pPr marL="250825" indent="-250825" algn="l" defTabSz="1006475" rtl="0" eaLnBrk="0" fontAlgn="base" hangingPunct="0">
        <a:lnSpc>
          <a:spcPct val="90000"/>
        </a:lnSpc>
        <a:spcBef>
          <a:spcPts val="1100"/>
        </a:spcBef>
        <a:spcAft>
          <a:spcPct val="0"/>
        </a:spcAft>
        <a:buFont typeface="Arial" panose="020B0604020202020204" pitchFamily="34" charset="0"/>
        <a:buChar char="•"/>
        <a:defRPr sz="3000" kern="1200">
          <a:solidFill>
            <a:schemeClr val="tx1"/>
          </a:solidFill>
          <a:latin typeface="+mn-lt"/>
          <a:ea typeface="+mn-ea"/>
          <a:cs typeface="+mn-cs"/>
        </a:defRPr>
      </a:lvl1pPr>
      <a:lvl2pPr marL="754063" indent="-250825" algn="l" defTabSz="1006475" rtl="0" eaLnBrk="0" fontAlgn="base" hangingPunct="0">
        <a:lnSpc>
          <a:spcPct val="90000"/>
        </a:lnSpc>
        <a:spcBef>
          <a:spcPts val="550"/>
        </a:spcBef>
        <a:spcAft>
          <a:spcPct val="0"/>
        </a:spcAft>
        <a:buFont typeface="Arial" panose="020B0604020202020204" pitchFamily="34" charset="0"/>
        <a:buChar char="•"/>
        <a:defRPr sz="2600" kern="1200">
          <a:solidFill>
            <a:schemeClr val="tx1"/>
          </a:solidFill>
          <a:latin typeface="+mn-lt"/>
          <a:ea typeface="+mn-ea"/>
          <a:cs typeface="+mn-cs"/>
        </a:defRPr>
      </a:lvl2pPr>
      <a:lvl3pPr marL="1258888" indent="-250825" algn="l" defTabSz="1006475" rtl="0" eaLnBrk="0" fontAlgn="base" hangingPunct="0">
        <a:lnSpc>
          <a:spcPct val="90000"/>
        </a:lnSpc>
        <a:spcBef>
          <a:spcPts val="550"/>
        </a:spcBef>
        <a:spcAft>
          <a:spcPct val="0"/>
        </a:spcAft>
        <a:buFont typeface="Arial" panose="020B0604020202020204" pitchFamily="34" charset="0"/>
        <a:buChar char="•"/>
        <a:defRPr sz="2200" kern="1200">
          <a:solidFill>
            <a:schemeClr val="tx1"/>
          </a:solidFill>
          <a:latin typeface="+mn-lt"/>
          <a:ea typeface="+mn-ea"/>
          <a:cs typeface="+mn-cs"/>
        </a:defRPr>
      </a:lvl3pPr>
      <a:lvl4pPr marL="1762125" indent="-250825" algn="l" defTabSz="1006475" rtl="0" eaLnBrk="0" fontAlgn="base" hangingPunct="0">
        <a:lnSpc>
          <a:spcPct val="90000"/>
        </a:lnSpc>
        <a:spcBef>
          <a:spcPts val="550"/>
        </a:spcBef>
        <a:spcAft>
          <a:spcPct val="0"/>
        </a:spcAft>
        <a:buFont typeface="Arial" panose="020B0604020202020204" pitchFamily="34" charset="0"/>
        <a:buChar char="•"/>
        <a:defRPr sz="1900" kern="1200">
          <a:solidFill>
            <a:schemeClr val="tx1"/>
          </a:solidFill>
          <a:latin typeface="+mn-lt"/>
          <a:ea typeface="+mn-ea"/>
          <a:cs typeface="+mn-cs"/>
        </a:defRPr>
      </a:lvl4pPr>
      <a:lvl5pPr marL="2265363" indent="-250825" algn="l" defTabSz="1006475" rtl="0" eaLnBrk="0" fontAlgn="base" hangingPunct="0">
        <a:lnSpc>
          <a:spcPct val="90000"/>
        </a:lnSpc>
        <a:spcBef>
          <a:spcPts val="550"/>
        </a:spcBef>
        <a:spcAft>
          <a:spcPct val="0"/>
        </a:spcAft>
        <a:buFont typeface="Arial" panose="020B0604020202020204" pitchFamily="34" charset="0"/>
        <a:buChar char="•"/>
        <a:defRPr sz="1900" kern="1200">
          <a:solidFill>
            <a:schemeClr val="tx1"/>
          </a:solidFill>
          <a:latin typeface="+mn-lt"/>
          <a:ea typeface="+mn-ea"/>
          <a:cs typeface="+mn-cs"/>
        </a:defRPr>
      </a:lvl5pPr>
      <a:lvl6pPr marL="2770586"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6pPr>
      <a:lvl7pPr marL="3274329"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7pPr>
      <a:lvl8pPr marL="3778072"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8pPr>
      <a:lvl9pPr marL="4281815"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9pPr>
    </p:bodyStyle>
    <p:otherStyle>
      <a:defPPr>
        <a:defRPr lang="en-US"/>
      </a:defPPr>
      <a:lvl1pPr marL="0" algn="l" defTabSz="1007486" rtl="0" eaLnBrk="1" latinLnBrk="0" hangingPunct="1">
        <a:defRPr sz="1983" kern="1200">
          <a:solidFill>
            <a:schemeClr val="tx1"/>
          </a:solidFill>
          <a:latin typeface="+mn-lt"/>
          <a:ea typeface="+mn-ea"/>
          <a:cs typeface="+mn-cs"/>
        </a:defRPr>
      </a:lvl1pPr>
      <a:lvl2pPr marL="503743" algn="l" defTabSz="1007486" rtl="0" eaLnBrk="1" latinLnBrk="0" hangingPunct="1">
        <a:defRPr sz="1983" kern="1200">
          <a:solidFill>
            <a:schemeClr val="tx1"/>
          </a:solidFill>
          <a:latin typeface="+mn-lt"/>
          <a:ea typeface="+mn-ea"/>
          <a:cs typeface="+mn-cs"/>
        </a:defRPr>
      </a:lvl2pPr>
      <a:lvl3pPr marL="1007486" algn="l" defTabSz="1007486" rtl="0" eaLnBrk="1" latinLnBrk="0" hangingPunct="1">
        <a:defRPr sz="1983" kern="1200">
          <a:solidFill>
            <a:schemeClr val="tx1"/>
          </a:solidFill>
          <a:latin typeface="+mn-lt"/>
          <a:ea typeface="+mn-ea"/>
          <a:cs typeface="+mn-cs"/>
        </a:defRPr>
      </a:lvl3pPr>
      <a:lvl4pPr marL="1511229" algn="l" defTabSz="1007486" rtl="0" eaLnBrk="1" latinLnBrk="0" hangingPunct="1">
        <a:defRPr sz="1983" kern="1200">
          <a:solidFill>
            <a:schemeClr val="tx1"/>
          </a:solidFill>
          <a:latin typeface="+mn-lt"/>
          <a:ea typeface="+mn-ea"/>
          <a:cs typeface="+mn-cs"/>
        </a:defRPr>
      </a:lvl4pPr>
      <a:lvl5pPr marL="2014972" algn="l" defTabSz="1007486" rtl="0" eaLnBrk="1" latinLnBrk="0" hangingPunct="1">
        <a:defRPr sz="1983" kern="1200">
          <a:solidFill>
            <a:schemeClr val="tx1"/>
          </a:solidFill>
          <a:latin typeface="+mn-lt"/>
          <a:ea typeface="+mn-ea"/>
          <a:cs typeface="+mn-cs"/>
        </a:defRPr>
      </a:lvl5pPr>
      <a:lvl6pPr marL="2518715" algn="l" defTabSz="1007486" rtl="0" eaLnBrk="1" latinLnBrk="0" hangingPunct="1">
        <a:defRPr sz="1983" kern="1200">
          <a:solidFill>
            <a:schemeClr val="tx1"/>
          </a:solidFill>
          <a:latin typeface="+mn-lt"/>
          <a:ea typeface="+mn-ea"/>
          <a:cs typeface="+mn-cs"/>
        </a:defRPr>
      </a:lvl6pPr>
      <a:lvl7pPr marL="3022458" algn="l" defTabSz="1007486" rtl="0" eaLnBrk="1" latinLnBrk="0" hangingPunct="1">
        <a:defRPr sz="1983" kern="1200">
          <a:solidFill>
            <a:schemeClr val="tx1"/>
          </a:solidFill>
          <a:latin typeface="+mn-lt"/>
          <a:ea typeface="+mn-ea"/>
          <a:cs typeface="+mn-cs"/>
        </a:defRPr>
      </a:lvl7pPr>
      <a:lvl8pPr marL="3526201" algn="l" defTabSz="1007486" rtl="0" eaLnBrk="1" latinLnBrk="0" hangingPunct="1">
        <a:defRPr sz="1983" kern="1200">
          <a:solidFill>
            <a:schemeClr val="tx1"/>
          </a:solidFill>
          <a:latin typeface="+mn-lt"/>
          <a:ea typeface="+mn-ea"/>
          <a:cs typeface="+mn-cs"/>
        </a:defRPr>
      </a:lvl8pPr>
      <a:lvl9pPr marL="4029944" algn="l" defTabSz="1007486" rtl="0" eaLnBrk="1" latinLnBrk="0" hangingPunct="1">
        <a:defRPr sz="1983"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CE9FC0AD-D866-0074-AA93-3AA2372ECBFA}"/>
              </a:ext>
            </a:extLst>
          </p:cNvPr>
          <p:cNvSpPr>
            <a:spLocks noGrp="1"/>
          </p:cNvSpPr>
          <p:nvPr>
            <p:ph type="title"/>
          </p:nvPr>
        </p:nvSpPr>
        <p:spPr bwMode="auto">
          <a:xfrm>
            <a:off x="923925" y="401638"/>
            <a:ext cx="1158557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l-PL" altLang="pl-PL"/>
              <a:t>Kliknij, aby edytować styl</a:t>
            </a:r>
            <a:endParaRPr lang="en-US" altLang="pl-PL"/>
          </a:p>
        </p:txBody>
      </p:sp>
      <p:sp>
        <p:nvSpPr>
          <p:cNvPr id="2051" name="Text Placeholder 2">
            <a:extLst>
              <a:ext uri="{FF2B5EF4-FFF2-40B4-BE49-F238E27FC236}">
                <a16:creationId xmlns:a16="http://schemas.microsoft.com/office/drawing/2014/main" id="{80E6411A-B4A0-C2F2-455C-088BADACDE50}"/>
              </a:ext>
            </a:extLst>
          </p:cNvPr>
          <p:cNvSpPr>
            <a:spLocks noGrp="1"/>
          </p:cNvSpPr>
          <p:nvPr>
            <p:ph type="body" idx="1"/>
          </p:nvPr>
        </p:nvSpPr>
        <p:spPr bwMode="auto">
          <a:xfrm>
            <a:off x="923925" y="2011363"/>
            <a:ext cx="11585575" cy="479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l-PL" altLang="pl-PL"/>
              <a:t>Kliknij, aby edytować style wzorca tekstu</a:t>
            </a:r>
          </a:p>
          <a:p>
            <a:pPr lvl="1"/>
            <a:r>
              <a:rPr lang="pl-PL" altLang="pl-PL"/>
              <a:t>Drugi poziom</a:t>
            </a:r>
          </a:p>
          <a:p>
            <a:pPr lvl="2"/>
            <a:r>
              <a:rPr lang="pl-PL" altLang="pl-PL"/>
              <a:t>Trzeci poziom</a:t>
            </a:r>
          </a:p>
          <a:p>
            <a:pPr lvl="3"/>
            <a:r>
              <a:rPr lang="pl-PL" altLang="pl-PL"/>
              <a:t>Czwarty poziom</a:t>
            </a:r>
          </a:p>
          <a:p>
            <a:pPr lvl="4"/>
            <a:r>
              <a:rPr lang="pl-PL" altLang="pl-PL"/>
              <a:t>Piąty poziom</a:t>
            </a:r>
            <a:endParaRPr lang="en-US" altLang="pl-PL"/>
          </a:p>
        </p:txBody>
      </p:sp>
      <p:sp>
        <p:nvSpPr>
          <p:cNvPr id="4" name="Date Placeholder 3">
            <a:extLst>
              <a:ext uri="{FF2B5EF4-FFF2-40B4-BE49-F238E27FC236}">
                <a16:creationId xmlns:a16="http://schemas.microsoft.com/office/drawing/2014/main" id="{010F10E9-909A-4175-BC36-9C9947FC2AFA}"/>
              </a:ext>
            </a:extLst>
          </p:cNvPr>
          <p:cNvSpPr>
            <a:spLocks noGrp="1"/>
          </p:cNvSpPr>
          <p:nvPr>
            <p:ph type="dt" sz="half" idx="2"/>
          </p:nvPr>
        </p:nvSpPr>
        <p:spPr>
          <a:xfrm>
            <a:off x="923925" y="7004050"/>
            <a:ext cx="3022600" cy="401638"/>
          </a:xfrm>
          <a:prstGeom prst="rect">
            <a:avLst/>
          </a:prstGeom>
        </p:spPr>
        <p:txBody>
          <a:bodyPr vert="horz" lIns="91440" tIns="45720" rIns="91440" bIns="45720" rtlCol="0" anchor="ctr"/>
          <a:lstStyle>
            <a:lvl1pPr algn="l">
              <a:defRPr sz="1322">
                <a:solidFill>
                  <a:schemeClr val="tx1">
                    <a:tint val="75000"/>
                  </a:schemeClr>
                </a:solidFill>
              </a:defRPr>
            </a:lvl1pPr>
          </a:lstStyle>
          <a:p>
            <a:pPr>
              <a:defRPr/>
            </a:pPr>
            <a:fld id="{1F0127D3-A1A9-4AA3-9E46-66A599B2F594}" type="datetimeFigureOut">
              <a:rPr lang="en-US"/>
              <a:pPr>
                <a:defRPr/>
              </a:pPr>
              <a:t>1/20/2026</a:t>
            </a:fld>
            <a:endParaRPr lang="en-US"/>
          </a:p>
        </p:txBody>
      </p:sp>
      <p:sp>
        <p:nvSpPr>
          <p:cNvPr id="5" name="Footer Placeholder 4">
            <a:extLst>
              <a:ext uri="{FF2B5EF4-FFF2-40B4-BE49-F238E27FC236}">
                <a16:creationId xmlns:a16="http://schemas.microsoft.com/office/drawing/2014/main" id="{60F47C4B-5A6A-40EA-BE76-64D5DBD85A26}"/>
              </a:ext>
            </a:extLst>
          </p:cNvPr>
          <p:cNvSpPr>
            <a:spLocks noGrp="1"/>
          </p:cNvSpPr>
          <p:nvPr>
            <p:ph type="ftr" sz="quarter" idx="3"/>
          </p:nvPr>
        </p:nvSpPr>
        <p:spPr>
          <a:xfrm>
            <a:off x="4449763" y="7004050"/>
            <a:ext cx="4533900" cy="401638"/>
          </a:xfrm>
          <a:prstGeom prst="rect">
            <a:avLst/>
          </a:prstGeom>
        </p:spPr>
        <p:txBody>
          <a:bodyPr vert="horz" lIns="91440" tIns="45720" rIns="91440" bIns="45720" rtlCol="0" anchor="ctr"/>
          <a:lstStyle>
            <a:lvl1pPr algn="ctr">
              <a:defRPr sz="1322">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7F798E38-02C6-4206-8187-09BD3132A923}"/>
              </a:ext>
            </a:extLst>
          </p:cNvPr>
          <p:cNvSpPr>
            <a:spLocks noGrp="1"/>
          </p:cNvSpPr>
          <p:nvPr>
            <p:ph type="sldNum" sz="quarter" idx="4"/>
          </p:nvPr>
        </p:nvSpPr>
        <p:spPr>
          <a:xfrm>
            <a:off x="9486900" y="7004050"/>
            <a:ext cx="3022600" cy="401638"/>
          </a:xfrm>
          <a:prstGeom prst="rect">
            <a:avLst/>
          </a:prstGeom>
        </p:spPr>
        <p:txBody>
          <a:bodyPr vert="horz" wrap="square" lIns="91440" tIns="45720" rIns="91440" bIns="45720" numCol="1" anchor="ctr" anchorCtr="0" compatLnSpc="1">
            <a:prstTxWarp prst="textNoShape">
              <a:avLst/>
            </a:prstTxWarp>
          </a:bodyPr>
          <a:lstStyle>
            <a:lvl1pPr algn="r">
              <a:defRPr sz="1300">
                <a:solidFill>
                  <a:srgbClr val="898989"/>
                </a:solidFill>
              </a:defRPr>
            </a:lvl1pPr>
          </a:lstStyle>
          <a:p>
            <a:fld id="{754B42CB-FF37-4C99-B2B9-E210CC12CDE3}" type="slidenum">
              <a:rPr lang="en-US" altLang="pl-PL"/>
              <a:pPr/>
              <a:t>‹#›</a:t>
            </a:fld>
            <a:endParaRPr lang="en-US" altLang="pl-PL"/>
          </a:p>
        </p:txBody>
      </p:sp>
    </p:spTree>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l" defTabSz="1006475" rtl="0" eaLnBrk="0" fontAlgn="base" hangingPunct="0">
        <a:lnSpc>
          <a:spcPct val="90000"/>
        </a:lnSpc>
        <a:spcBef>
          <a:spcPct val="0"/>
        </a:spcBef>
        <a:spcAft>
          <a:spcPct val="0"/>
        </a:spcAft>
        <a:defRPr sz="4800" kern="1200">
          <a:solidFill>
            <a:schemeClr val="tx1"/>
          </a:solidFill>
          <a:latin typeface="+mj-lt"/>
          <a:ea typeface="+mj-ea"/>
          <a:cs typeface="+mj-cs"/>
        </a:defRPr>
      </a:lvl1pPr>
      <a:lvl2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2pPr>
      <a:lvl3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3pPr>
      <a:lvl4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4pPr>
      <a:lvl5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5pPr>
      <a:lvl6pPr marL="457200" algn="l" defTabSz="1006475" rtl="0" fontAlgn="base">
        <a:lnSpc>
          <a:spcPct val="90000"/>
        </a:lnSpc>
        <a:spcBef>
          <a:spcPct val="0"/>
        </a:spcBef>
        <a:spcAft>
          <a:spcPct val="0"/>
        </a:spcAft>
        <a:defRPr sz="4800">
          <a:solidFill>
            <a:schemeClr val="tx1"/>
          </a:solidFill>
          <a:latin typeface="Calibri Light" panose="020F0302020204030204" pitchFamily="34" charset="0"/>
        </a:defRPr>
      </a:lvl6pPr>
      <a:lvl7pPr marL="914400" algn="l" defTabSz="1006475" rtl="0" fontAlgn="base">
        <a:lnSpc>
          <a:spcPct val="90000"/>
        </a:lnSpc>
        <a:spcBef>
          <a:spcPct val="0"/>
        </a:spcBef>
        <a:spcAft>
          <a:spcPct val="0"/>
        </a:spcAft>
        <a:defRPr sz="4800">
          <a:solidFill>
            <a:schemeClr val="tx1"/>
          </a:solidFill>
          <a:latin typeface="Calibri Light" panose="020F0302020204030204" pitchFamily="34" charset="0"/>
        </a:defRPr>
      </a:lvl7pPr>
      <a:lvl8pPr marL="1371600" algn="l" defTabSz="1006475" rtl="0" fontAlgn="base">
        <a:lnSpc>
          <a:spcPct val="90000"/>
        </a:lnSpc>
        <a:spcBef>
          <a:spcPct val="0"/>
        </a:spcBef>
        <a:spcAft>
          <a:spcPct val="0"/>
        </a:spcAft>
        <a:defRPr sz="4800">
          <a:solidFill>
            <a:schemeClr val="tx1"/>
          </a:solidFill>
          <a:latin typeface="Calibri Light" panose="020F0302020204030204" pitchFamily="34" charset="0"/>
        </a:defRPr>
      </a:lvl8pPr>
      <a:lvl9pPr marL="1828800" algn="l" defTabSz="1006475" rtl="0" fontAlgn="base">
        <a:lnSpc>
          <a:spcPct val="90000"/>
        </a:lnSpc>
        <a:spcBef>
          <a:spcPct val="0"/>
        </a:spcBef>
        <a:spcAft>
          <a:spcPct val="0"/>
        </a:spcAft>
        <a:defRPr sz="4800">
          <a:solidFill>
            <a:schemeClr val="tx1"/>
          </a:solidFill>
          <a:latin typeface="Calibri Light" panose="020F0302020204030204" pitchFamily="34" charset="0"/>
        </a:defRPr>
      </a:lvl9pPr>
    </p:titleStyle>
    <p:bodyStyle>
      <a:lvl1pPr marL="250825" indent="-250825" algn="l" defTabSz="1006475" rtl="0" eaLnBrk="0" fontAlgn="base" hangingPunct="0">
        <a:lnSpc>
          <a:spcPct val="90000"/>
        </a:lnSpc>
        <a:spcBef>
          <a:spcPts val="1100"/>
        </a:spcBef>
        <a:spcAft>
          <a:spcPct val="0"/>
        </a:spcAft>
        <a:buFont typeface="Arial" panose="020B0604020202020204" pitchFamily="34" charset="0"/>
        <a:buChar char="•"/>
        <a:defRPr sz="3000" kern="1200">
          <a:solidFill>
            <a:schemeClr val="tx1"/>
          </a:solidFill>
          <a:latin typeface="+mn-lt"/>
          <a:ea typeface="+mn-ea"/>
          <a:cs typeface="+mn-cs"/>
        </a:defRPr>
      </a:lvl1pPr>
      <a:lvl2pPr marL="754063" indent="-250825" algn="l" defTabSz="1006475" rtl="0" eaLnBrk="0" fontAlgn="base" hangingPunct="0">
        <a:lnSpc>
          <a:spcPct val="90000"/>
        </a:lnSpc>
        <a:spcBef>
          <a:spcPts val="550"/>
        </a:spcBef>
        <a:spcAft>
          <a:spcPct val="0"/>
        </a:spcAft>
        <a:buFont typeface="Arial" panose="020B0604020202020204" pitchFamily="34" charset="0"/>
        <a:buChar char="•"/>
        <a:defRPr sz="2600" kern="1200">
          <a:solidFill>
            <a:schemeClr val="tx1"/>
          </a:solidFill>
          <a:latin typeface="+mn-lt"/>
          <a:ea typeface="+mn-ea"/>
          <a:cs typeface="+mn-cs"/>
        </a:defRPr>
      </a:lvl2pPr>
      <a:lvl3pPr marL="1258888" indent="-250825" algn="l" defTabSz="1006475" rtl="0" eaLnBrk="0" fontAlgn="base" hangingPunct="0">
        <a:lnSpc>
          <a:spcPct val="90000"/>
        </a:lnSpc>
        <a:spcBef>
          <a:spcPts val="550"/>
        </a:spcBef>
        <a:spcAft>
          <a:spcPct val="0"/>
        </a:spcAft>
        <a:buFont typeface="Arial" panose="020B0604020202020204" pitchFamily="34" charset="0"/>
        <a:buChar char="•"/>
        <a:defRPr sz="2200" kern="1200">
          <a:solidFill>
            <a:schemeClr val="tx1"/>
          </a:solidFill>
          <a:latin typeface="+mn-lt"/>
          <a:ea typeface="+mn-ea"/>
          <a:cs typeface="+mn-cs"/>
        </a:defRPr>
      </a:lvl3pPr>
      <a:lvl4pPr marL="1762125" indent="-250825" algn="l" defTabSz="1006475" rtl="0" eaLnBrk="0" fontAlgn="base" hangingPunct="0">
        <a:lnSpc>
          <a:spcPct val="90000"/>
        </a:lnSpc>
        <a:spcBef>
          <a:spcPts val="550"/>
        </a:spcBef>
        <a:spcAft>
          <a:spcPct val="0"/>
        </a:spcAft>
        <a:buFont typeface="Arial" panose="020B0604020202020204" pitchFamily="34" charset="0"/>
        <a:buChar char="•"/>
        <a:defRPr sz="1900" kern="1200">
          <a:solidFill>
            <a:schemeClr val="tx1"/>
          </a:solidFill>
          <a:latin typeface="+mn-lt"/>
          <a:ea typeface="+mn-ea"/>
          <a:cs typeface="+mn-cs"/>
        </a:defRPr>
      </a:lvl4pPr>
      <a:lvl5pPr marL="2265363" indent="-250825" algn="l" defTabSz="1006475" rtl="0" eaLnBrk="0" fontAlgn="base" hangingPunct="0">
        <a:lnSpc>
          <a:spcPct val="90000"/>
        </a:lnSpc>
        <a:spcBef>
          <a:spcPts val="550"/>
        </a:spcBef>
        <a:spcAft>
          <a:spcPct val="0"/>
        </a:spcAft>
        <a:buFont typeface="Arial" panose="020B0604020202020204" pitchFamily="34" charset="0"/>
        <a:buChar char="•"/>
        <a:defRPr sz="1900" kern="1200">
          <a:solidFill>
            <a:schemeClr val="tx1"/>
          </a:solidFill>
          <a:latin typeface="+mn-lt"/>
          <a:ea typeface="+mn-ea"/>
          <a:cs typeface="+mn-cs"/>
        </a:defRPr>
      </a:lvl5pPr>
      <a:lvl6pPr marL="2770586"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6pPr>
      <a:lvl7pPr marL="3274329"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7pPr>
      <a:lvl8pPr marL="3778072"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8pPr>
      <a:lvl9pPr marL="4281815"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9pPr>
    </p:bodyStyle>
    <p:otherStyle>
      <a:defPPr>
        <a:defRPr lang="en-US"/>
      </a:defPPr>
      <a:lvl1pPr marL="0" algn="l" defTabSz="1007486" rtl="0" eaLnBrk="1" latinLnBrk="0" hangingPunct="1">
        <a:defRPr sz="1983" kern="1200">
          <a:solidFill>
            <a:schemeClr val="tx1"/>
          </a:solidFill>
          <a:latin typeface="+mn-lt"/>
          <a:ea typeface="+mn-ea"/>
          <a:cs typeface="+mn-cs"/>
        </a:defRPr>
      </a:lvl1pPr>
      <a:lvl2pPr marL="503743" algn="l" defTabSz="1007486" rtl="0" eaLnBrk="1" latinLnBrk="0" hangingPunct="1">
        <a:defRPr sz="1983" kern="1200">
          <a:solidFill>
            <a:schemeClr val="tx1"/>
          </a:solidFill>
          <a:latin typeface="+mn-lt"/>
          <a:ea typeface="+mn-ea"/>
          <a:cs typeface="+mn-cs"/>
        </a:defRPr>
      </a:lvl2pPr>
      <a:lvl3pPr marL="1007486" algn="l" defTabSz="1007486" rtl="0" eaLnBrk="1" latinLnBrk="0" hangingPunct="1">
        <a:defRPr sz="1983" kern="1200">
          <a:solidFill>
            <a:schemeClr val="tx1"/>
          </a:solidFill>
          <a:latin typeface="+mn-lt"/>
          <a:ea typeface="+mn-ea"/>
          <a:cs typeface="+mn-cs"/>
        </a:defRPr>
      </a:lvl3pPr>
      <a:lvl4pPr marL="1511229" algn="l" defTabSz="1007486" rtl="0" eaLnBrk="1" latinLnBrk="0" hangingPunct="1">
        <a:defRPr sz="1983" kern="1200">
          <a:solidFill>
            <a:schemeClr val="tx1"/>
          </a:solidFill>
          <a:latin typeface="+mn-lt"/>
          <a:ea typeface="+mn-ea"/>
          <a:cs typeface="+mn-cs"/>
        </a:defRPr>
      </a:lvl4pPr>
      <a:lvl5pPr marL="2014972" algn="l" defTabSz="1007486" rtl="0" eaLnBrk="1" latinLnBrk="0" hangingPunct="1">
        <a:defRPr sz="1983" kern="1200">
          <a:solidFill>
            <a:schemeClr val="tx1"/>
          </a:solidFill>
          <a:latin typeface="+mn-lt"/>
          <a:ea typeface="+mn-ea"/>
          <a:cs typeface="+mn-cs"/>
        </a:defRPr>
      </a:lvl5pPr>
      <a:lvl6pPr marL="2518715" algn="l" defTabSz="1007486" rtl="0" eaLnBrk="1" latinLnBrk="0" hangingPunct="1">
        <a:defRPr sz="1983" kern="1200">
          <a:solidFill>
            <a:schemeClr val="tx1"/>
          </a:solidFill>
          <a:latin typeface="+mn-lt"/>
          <a:ea typeface="+mn-ea"/>
          <a:cs typeface="+mn-cs"/>
        </a:defRPr>
      </a:lvl6pPr>
      <a:lvl7pPr marL="3022458" algn="l" defTabSz="1007486" rtl="0" eaLnBrk="1" latinLnBrk="0" hangingPunct="1">
        <a:defRPr sz="1983" kern="1200">
          <a:solidFill>
            <a:schemeClr val="tx1"/>
          </a:solidFill>
          <a:latin typeface="+mn-lt"/>
          <a:ea typeface="+mn-ea"/>
          <a:cs typeface="+mn-cs"/>
        </a:defRPr>
      </a:lvl7pPr>
      <a:lvl8pPr marL="3526201" algn="l" defTabSz="1007486" rtl="0" eaLnBrk="1" latinLnBrk="0" hangingPunct="1">
        <a:defRPr sz="1983" kern="1200">
          <a:solidFill>
            <a:schemeClr val="tx1"/>
          </a:solidFill>
          <a:latin typeface="+mn-lt"/>
          <a:ea typeface="+mn-ea"/>
          <a:cs typeface="+mn-cs"/>
        </a:defRPr>
      </a:lvl8pPr>
      <a:lvl9pPr marL="4029944" algn="l" defTabSz="1007486" rtl="0" eaLnBrk="1" latinLnBrk="0" hangingPunct="1">
        <a:defRPr sz="198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agh.edu.pl/" TargetMode="External"/><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098" name="Rectangle 1">
            <a:extLst>
              <a:ext uri="{FF2B5EF4-FFF2-40B4-BE49-F238E27FC236}">
                <a16:creationId xmlns:a16="http://schemas.microsoft.com/office/drawing/2014/main" id="{AC35C9F7-CCF3-E279-896B-A655D74FCEE3}"/>
              </a:ext>
            </a:extLst>
          </p:cNvPr>
          <p:cNvSpPr>
            <a:spLocks/>
          </p:cNvSpPr>
          <p:nvPr/>
        </p:nvSpPr>
        <p:spPr bwMode="auto">
          <a:xfrm>
            <a:off x="1090097" y="1834034"/>
            <a:ext cx="11253217" cy="21236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a:r>
              <a:rPr lang="en" sz="6600" b="1" i="1" dirty="0">
                <a:latin typeface="Times New Roman"/>
                <a:ea typeface="Times New Roman"/>
                <a:cs typeface="Times New Roman"/>
                <a:sym typeface="Times New Roman"/>
              </a:rPr>
              <a:t>Projekt i wykonanie systemu lokalizacji pojazdu</a:t>
            </a:r>
            <a:endParaRPr lang="en-US" altLang="pl-PL" sz="6600" dirty="0"/>
          </a:p>
        </p:txBody>
      </p:sp>
      <p:sp>
        <p:nvSpPr>
          <p:cNvPr id="4099" name="Rectangle 2">
            <a:extLst>
              <a:ext uri="{FF2B5EF4-FFF2-40B4-BE49-F238E27FC236}">
                <a16:creationId xmlns:a16="http://schemas.microsoft.com/office/drawing/2014/main" id="{BCC34322-C9F6-EC7F-3560-E45B6AFCD0D6}"/>
              </a:ext>
            </a:extLst>
          </p:cNvPr>
          <p:cNvSpPr>
            <a:spLocks/>
          </p:cNvSpPr>
          <p:nvPr/>
        </p:nvSpPr>
        <p:spPr bwMode="auto">
          <a:xfrm>
            <a:off x="4321389" y="4338027"/>
            <a:ext cx="4790635" cy="15696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r>
              <a:rPr lang="pl-PL" b="1" dirty="0">
                <a:latin typeface="Calibri" panose="020F0502020204030204" pitchFamily="34" charset="0"/>
                <a:ea typeface="Calibri" panose="020F0502020204030204" pitchFamily="34" charset="0"/>
                <a:cs typeface="Calibri" panose="020F0502020204030204" pitchFamily="34" charset="0"/>
              </a:rPr>
              <a:t>Autor</a:t>
            </a:r>
          </a:p>
          <a:p>
            <a:pPr algn="ctr"/>
            <a:r>
              <a:rPr lang="pl-PL" dirty="0">
                <a:latin typeface="Calibri" panose="020F0502020204030204" pitchFamily="34" charset="0"/>
                <a:ea typeface="Calibri" panose="020F0502020204030204" pitchFamily="34" charset="0"/>
                <a:cs typeface="Calibri" panose="020F0502020204030204" pitchFamily="34" charset="0"/>
              </a:rPr>
              <a:t>Miłosz Stec</a:t>
            </a:r>
          </a:p>
          <a:p>
            <a:pPr algn="ctr"/>
            <a:r>
              <a:rPr lang="pl-PL" b="1" dirty="0">
                <a:latin typeface="Calibri" panose="020F0502020204030204" pitchFamily="34" charset="0"/>
                <a:ea typeface="Calibri" panose="020F0502020204030204" pitchFamily="34" charset="0"/>
                <a:cs typeface="Calibri" panose="020F0502020204030204" pitchFamily="34" charset="0"/>
              </a:rPr>
              <a:t>Opiekun pracy</a:t>
            </a:r>
          </a:p>
          <a:p>
            <a:pPr algn="ctr"/>
            <a:r>
              <a:rPr lang="pl-PL" dirty="0">
                <a:latin typeface="Calibri" panose="020F0502020204030204" pitchFamily="34" charset="0"/>
                <a:ea typeface="Calibri" panose="020F0502020204030204" pitchFamily="34" charset="0"/>
                <a:cs typeface="Calibri" panose="020F0502020204030204" pitchFamily="34" charset="0"/>
              </a:rPr>
              <a:t>dr inż. Grzegorz Góra</a:t>
            </a:r>
          </a:p>
        </p:txBody>
      </p:sp>
      <p:sp>
        <p:nvSpPr>
          <p:cNvPr id="4100" name="Rectangle 3">
            <a:extLst>
              <a:ext uri="{FF2B5EF4-FFF2-40B4-BE49-F238E27FC236}">
                <a16:creationId xmlns:a16="http://schemas.microsoft.com/office/drawing/2014/main" id="{5230F4A4-4B6B-8DB8-5C35-30061DD322A6}"/>
              </a:ext>
            </a:extLst>
          </p:cNvPr>
          <p:cNvSpPr>
            <a:spLocks/>
          </p:cNvSpPr>
          <p:nvPr/>
        </p:nvSpPr>
        <p:spPr bwMode="auto">
          <a:xfrm>
            <a:off x="3629813" y="6154514"/>
            <a:ext cx="6173788"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a:r>
              <a:rPr lang="en-US" altLang="pl-PL" sz="1400" dirty="0" err="1">
                <a:latin typeface="FagoNoBoldCE-Caps" charset="0"/>
                <a:sym typeface="FagoNoBoldCE-Caps" charset="0"/>
              </a:rPr>
              <a:t>Akademia</a:t>
            </a:r>
            <a:r>
              <a:rPr lang="en-US" altLang="pl-PL" sz="1400" dirty="0">
                <a:latin typeface="FagoNoBoldCE-Caps" charset="0"/>
                <a:sym typeface="FagoNoBoldCE-Caps" charset="0"/>
              </a:rPr>
              <a:t> </a:t>
            </a:r>
            <a:r>
              <a:rPr lang="en-US" altLang="pl-PL" sz="1400" dirty="0" err="1">
                <a:latin typeface="FagoNoBoldCE-Caps" charset="0"/>
                <a:sym typeface="FagoNoBoldCE-Caps" charset="0"/>
              </a:rPr>
              <a:t>Górniczo</a:t>
            </a:r>
            <a:r>
              <a:rPr lang="en-US" altLang="pl-PL" sz="1400" dirty="0">
                <a:latin typeface="FagoNoBoldCE-Caps" charset="0"/>
                <a:sym typeface="FagoNoBoldCE-Caps" charset="0"/>
              </a:rPr>
              <a:t>-Hu</a:t>
            </a:r>
            <a:r>
              <a:rPr lang="pl-PL" altLang="pl-PL" sz="1400" dirty="0">
                <a:latin typeface="FagoNoBoldCE-Caps" charset="0"/>
                <a:sym typeface="FagoNoBoldCE-Caps" charset="0"/>
              </a:rPr>
              <a:t>t</a:t>
            </a:r>
            <a:r>
              <a:rPr lang="en-US" altLang="pl-PL" sz="1400" dirty="0" err="1">
                <a:latin typeface="FagoNoBoldCE-Caps" charset="0"/>
                <a:sym typeface="FagoNoBoldCE-Caps" charset="0"/>
              </a:rPr>
              <a:t>nicza</a:t>
            </a:r>
            <a:r>
              <a:rPr lang="en-US" altLang="pl-PL" sz="1400" dirty="0">
                <a:latin typeface="FagoNoBoldCE-Caps" charset="0"/>
                <a:sym typeface="FagoNoBoldCE-Caps" charset="0"/>
              </a:rPr>
              <a:t> </a:t>
            </a:r>
            <a:r>
              <a:rPr lang="en-US" altLang="pl-PL" sz="1400" dirty="0" err="1">
                <a:latin typeface="FagoNoBoldCE-Caps" charset="0"/>
                <a:sym typeface="FagoNoBoldCE-Caps" charset="0"/>
              </a:rPr>
              <a:t>im</a:t>
            </a:r>
            <a:r>
              <a:rPr lang="en-US" altLang="pl-PL" sz="1400" dirty="0">
                <a:latin typeface="FagoNoBoldCE-Caps" charset="0"/>
                <a:sym typeface="FagoNoBoldCE-Caps" charset="0"/>
              </a:rPr>
              <a:t>. Stanisława </a:t>
            </a:r>
            <a:r>
              <a:rPr lang="en-US" altLang="pl-PL" sz="1400" dirty="0" err="1">
                <a:latin typeface="FagoNoBoldCE-Caps" charset="0"/>
                <a:sym typeface="FagoNoBoldCE-Caps" charset="0"/>
              </a:rPr>
              <a:t>Staszica</a:t>
            </a:r>
            <a:r>
              <a:rPr lang="en-US" altLang="pl-PL" sz="1400" dirty="0">
                <a:latin typeface="FagoNoBoldCE-Caps" charset="0"/>
                <a:sym typeface="FagoNoBoldCE-Caps" charset="0"/>
              </a:rPr>
              <a:t> w </a:t>
            </a:r>
            <a:r>
              <a:rPr lang="en-US" altLang="pl-PL" sz="1400" dirty="0" err="1">
                <a:latin typeface="FagoNoBoldCE-Caps" charset="0"/>
                <a:sym typeface="FagoNoBoldCE-Caps" charset="0"/>
              </a:rPr>
              <a:t>Krakowie</a:t>
            </a:r>
            <a:endParaRPr lang="en-US" altLang="pl-PL" sz="1400" dirty="0">
              <a:latin typeface="FagoNoBoldCE-Caps" charset="0"/>
              <a:sym typeface="FagoNoBoldCE-Caps" charset="0"/>
            </a:endParaRPr>
          </a:p>
          <a:p>
            <a:pPr algn="ctr" eaLnBrk="1"/>
            <a:r>
              <a:rPr lang="en-US" altLang="pl-PL" sz="1400" dirty="0">
                <a:solidFill>
                  <a:srgbClr val="808080"/>
                </a:solidFill>
                <a:latin typeface="FagoNoBoldCE-Caps" charset="0"/>
                <a:sym typeface="FagoNoBoldCE-Caps" charset="0"/>
              </a:rPr>
              <a:t>AGH Uni</a:t>
            </a:r>
            <a:r>
              <a:rPr lang="pl-PL" altLang="pl-PL" sz="1400" dirty="0">
                <a:solidFill>
                  <a:srgbClr val="808080"/>
                </a:solidFill>
                <a:latin typeface="FagoNoBoldCE-Caps" charset="0"/>
                <a:sym typeface="FagoNoBoldCE-Caps" charset="0"/>
              </a:rPr>
              <a:t>v</a:t>
            </a:r>
            <a:r>
              <a:rPr lang="en-US" altLang="pl-PL" sz="1400" dirty="0" err="1">
                <a:solidFill>
                  <a:srgbClr val="808080"/>
                </a:solidFill>
                <a:latin typeface="FagoNoBoldCE-Caps" charset="0"/>
                <a:sym typeface="FagoNoBoldCE-Caps" charset="0"/>
              </a:rPr>
              <a:t>ersity</a:t>
            </a:r>
            <a:r>
              <a:rPr lang="en-US" altLang="pl-PL" sz="1400" dirty="0">
                <a:solidFill>
                  <a:srgbClr val="808080"/>
                </a:solidFill>
                <a:latin typeface="FagoNoBoldCE-Caps" charset="0"/>
                <a:sym typeface="FagoNoBoldCE-Caps" charset="0"/>
              </a:rPr>
              <a:t> of </a:t>
            </a:r>
            <a:r>
              <a:rPr lang="pl-PL" altLang="pl-PL" sz="1400" dirty="0" err="1">
                <a:solidFill>
                  <a:srgbClr val="808080"/>
                </a:solidFill>
                <a:latin typeface="FagoNoBoldCE-Caps" charset="0"/>
                <a:sym typeface="FagoNoBoldCE-Caps" charset="0"/>
              </a:rPr>
              <a:t>Krakow</a:t>
            </a:r>
            <a:endParaRPr lang="en-US" altLang="pl-PL" sz="1400" dirty="0">
              <a:solidFill>
                <a:srgbClr val="808080"/>
              </a:solidFill>
              <a:latin typeface="FagoNoBoldCE-Caps" charset="0"/>
              <a:sym typeface="FagoNoBoldCE-Caps"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Prostokąt 2">
            <a:hlinkClick r:id="rId3"/>
            <a:extLst>
              <a:ext uri="{FF2B5EF4-FFF2-40B4-BE49-F238E27FC236}">
                <a16:creationId xmlns:a16="http://schemas.microsoft.com/office/drawing/2014/main" id="{B5732316-81E5-3160-48AA-8C71EF56C9B0}"/>
              </a:ext>
            </a:extLst>
          </p:cNvPr>
          <p:cNvSpPr>
            <a:spLocks noChangeArrowheads="1"/>
          </p:cNvSpPr>
          <p:nvPr/>
        </p:nvSpPr>
        <p:spPr bwMode="auto">
          <a:xfrm>
            <a:off x="2468563" y="7018338"/>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round/>
                <a:headEnd/>
                <a:tailEnd/>
              </a14:hiddenLine>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endParaRPr lang="pl-PL" altLang="pl-PL"/>
          </a:p>
        </p:txBody>
      </p:sp>
      <p:grpSp>
        <p:nvGrpSpPr>
          <p:cNvPr id="4" name="Google Shape;61;p14">
            <a:extLst>
              <a:ext uri="{FF2B5EF4-FFF2-40B4-BE49-F238E27FC236}">
                <a16:creationId xmlns:a16="http://schemas.microsoft.com/office/drawing/2014/main" id="{D5BB53E3-CE22-A43C-CA5E-82933CCEF6B1}"/>
              </a:ext>
            </a:extLst>
          </p:cNvPr>
          <p:cNvGrpSpPr/>
          <p:nvPr/>
        </p:nvGrpSpPr>
        <p:grpSpPr>
          <a:xfrm>
            <a:off x="536876" y="2416599"/>
            <a:ext cx="3683830" cy="4165088"/>
            <a:chOff x="476250" y="2162175"/>
            <a:chExt cx="3885339" cy="3477725"/>
          </a:xfrm>
        </p:grpSpPr>
        <p:pic>
          <p:nvPicPr>
            <p:cNvPr id="5" name="Google Shape;62;p14" descr="image.png">
              <a:extLst>
                <a:ext uri="{FF2B5EF4-FFF2-40B4-BE49-F238E27FC236}">
                  <a16:creationId xmlns:a16="http://schemas.microsoft.com/office/drawing/2014/main" id="{E29A114C-8B82-8A25-945C-E1252A25DD8A}"/>
                </a:ext>
              </a:extLst>
            </p:cNvPr>
            <p:cNvPicPr preferRelativeResize="0"/>
            <p:nvPr/>
          </p:nvPicPr>
          <p:blipFill rotWithShape="1">
            <a:blip r:embed="rId4">
              <a:alphaModFix/>
            </a:blip>
            <a:srcRect/>
            <a:stretch/>
          </p:blipFill>
          <p:spPr>
            <a:xfrm>
              <a:off x="476250" y="2162175"/>
              <a:ext cx="3885339" cy="3477725"/>
            </a:xfrm>
            <a:prstGeom prst="rect">
              <a:avLst/>
            </a:prstGeom>
            <a:noFill/>
            <a:ln>
              <a:noFill/>
            </a:ln>
          </p:spPr>
        </p:pic>
        <p:sp>
          <p:nvSpPr>
            <p:cNvPr id="6" name="Google Shape;63;p14">
              <a:extLst>
                <a:ext uri="{FF2B5EF4-FFF2-40B4-BE49-F238E27FC236}">
                  <a16:creationId xmlns:a16="http://schemas.microsoft.com/office/drawing/2014/main" id="{92D3A925-1366-46C9-73C2-3A2AE70292D5}"/>
                </a:ext>
              </a:extLst>
            </p:cNvPr>
            <p:cNvSpPr txBox="1"/>
            <p:nvPr/>
          </p:nvSpPr>
          <p:spPr>
            <a:xfrm>
              <a:off x="1079841" y="2333704"/>
              <a:ext cx="3083700" cy="71955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2800" b="1" i="0" u="none" strike="noStrike" cap="none" dirty="0">
                  <a:solidFill>
                    <a:srgbClr val="1E293B"/>
                  </a:solidFill>
                  <a:latin typeface="Times New Roman"/>
                  <a:ea typeface="Times New Roman"/>
                  <a:cs typeface="Times New Roman"/>
                  <a:sym typeface="Times New Roman"/>
                </a:rPr>
                <a:t>Rozwój </a:t>
              </a:r>
              <a:endParaRPr lang="pl-PL" sz="2800" b="1" i="0" u="none" strike="noStrike" cap="none" dirty="0">
                <a:solidFill>
                  <a:srgbClr val="1E293B"/>
                </a:solidFill>
                <a:latin typeface="Times New Roman"/>
                <a:ea typeface="Times New Roman"/>
                <a:cs typeface="Times New Roman"/>
                <a:sym typeface="Times New Roman"/>
              </a:endParaRPr>
            </a:p>
            <a:p>
              <a:pPr marL="0" marR="0" lvl="0" indent="0" algn="ctr" rtl="0">
                <a:spcBef>
                  <a:spcPts val="0"/>
                </a:spcBef>
                <a:spcAft>
                  <a:spcPts val="0"/>
                </a:spcAft>
                <a:buNone/>
              </a:pPr>
              <a:r>
                <a:rPr lang="en" sz="2800" b="1" i="0" u="none" strike="noStrike" cap="none" dirty="0">
                  <a:solidFill>
                    <a:srgbClr val="1E293B"/>
                  </a:solidFill>
                  <a:latin typeface="Times New Roman"/>
                  <a:ea typeface="Times New Roman"/>
                  <a:cs typeface="Times New Roman"/>
                  <a:sym typeface="Times New Roman"/>
                </a:rPr>
                <a:t>wiedzy</a:t>
              </a:r>
              <a:endParaRPr sz="2800" dirty="0">
                <a:latin typeface="Times New Roman"/>
                <a:ea typeface="Times New Roman"/>
                <a:cs typeface="Times New Roman"/>
                <a:sym typeface="Times New Roman"/>
              </a:endParaRPr>
            </a:p>
          </p:txBody>
        </p:sp>
        <p:sp>
          <p:nvSpPr>
            <p:cNvPr id="7" name="Google Shape;64;p14">
              <a:extLst>
                <a:ext uri="{FF2B5EF4-FFF2-40B4-BE49-F238E27FC236}">
                  <a16:creationId xmlns:a16="http://schemas.microsoft.com/office/drawing/2014/main" id="{E7EE8A90-CB24-DA78-A38B-073AAE521D39}"/>
                </a:ext>
              </a:extLst>
            </p:cNvPr>
            <p:cNvSpPr txBox="1"/>
            <p:nvPr/>
          </p:nvSpPr>
          <p:spPr>
            <a:xfrm>
              <a:off x="809625" y="3094017"/>
              <a:ext cx="3451385" cy="246704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 sz="2000" i="0" u="none" strike="noStrike" cap="none" dirty="0">
                  <a:solidFill>
                    <a:srgbClr val="475569"/>
                  </a:solidFill>
                  <a:latin typeface="Times New Roman"/>
                  <a:ea typeface="Times New Roman"/>
                  <a:cs typeface="Times New Roman"/>
                  <a:sym typeface="Times New Roman"/>
                </a:rPr>
                <a:t>Chęć zdobycia praktycznej wiedzy z zakresu projektowania </a:t>
              </a:r>
              <a:br>
                <a:rPr lang="pl-PL" sz="2000" i="0" u="none" strike="noStrike" cap="none" dirty="0">
                  <a:solidFill>
                    <a:srgbClr val="475569"/>
                  </a:solidFill>
                  <a:latin typeface="Times New Roman"/>
                  <a:ea typeface="Times New Roman"/>
                  <a:cs typeface="Times New Roman"/>
                  <a:sym typeface="Times New Roman"/>
                </a:rPr>
              </a:br>
              <a:r>
                <a:rPr lang="en" sz="2000" i="0" u="none" strike="noStrike" cap="none" dirty="0">
                  <a:solidFill>
                    <a:srgbClr val="475569"/>
                  </a:solidFill>
                  <a:latin typeface="Times New Roman"/>
                  <a:ea typeface="Times New Roman"/>
                  <a:cs typeface="Times New Roman"/>
                  <a:sym typeface="Times New Roman"/>
                </a:rPr>
                <a:t>i budowy urządzeń Internetu</a:t>
              </a:r>
              <a:r>
                <a:rPr lang="pl-PL" sz="2000" i="0" u="none" strike="noStrike" cap="none" dirty="0">
                  <a:solidFill>
                    <a:srgbClr val="475569"/>
                  </a:solidFill>
                  <a:latin typeface="Times New Roman"/>
                  <a:ea typeface="Times New Roman"/>
                  <a:cs typeface="Times New Roman"/>
                  <a:sym typeface="Times New Roman"/>
                </a:rPr>
                <a:t> </a:t>
              </a:r>
              <a:r>
                <a:rPr lang="en" sz="2000" i="0" u="none" strike="noStrike" cap="none" dirty="0">
                  <a:solidFill>
                    <a:srgbClr val="475569"/>
                  </a:solidFill>
                  <a:latin typeface="Times New Roman"/>
                  <a:ea typeface="Times New Roman"/>
                  <a:cs typeface="Times New Roman"/>
                  <a:sym typeface="Times New Roman"/>
                </a:rPr>
                <a:t>Rzeczy (IoT) oraz</a:t>
              </a:r>
              <a:r>
                <a:rPr lang="pl-PL" sz="2000" i="0" u="none" strike="noStrike" cap="none" dirty="0">
                  <a:solidFill>
                    <a:srgbClr val="475569"/>
                  </a:solidFill>
                  <a:latin typeface="Times New Roman"/>
                  <a:ea typeface="Times New Roman"/>
                  <a:cs typeface="Times New Roman"/>
                  <a:sym typeface="Times New Roman"/>
                </a:rPr>
                <a:t> </a:t>
              </a:r>
              <a:r>
                <a:rPr lang="en" sz="2000" i="0" u="none" strike="noStrike" cap="none" dirty="0">
                  <a:solidFill>
                    <a:srgbClr val="475569"/>
                  </a:solidFill>
                  <a:latin typeface="Times New Roman"/>
                  <a:ea typeface="Times New Roman"/>
                  <a:cs typeface="Times New Roman"/>
                  <a:sym typeface="Times New Roman"/>
                </a:rPr>
                <a:t>programowania mikrokontrolerów.</a:t>
              </a:r>
              <a:endParaRPr sz="2000" dirty="0">
                <a:latin typeface="Times New Roman"/>
                <a:ea typeface="Times New Roman"/>
                <a:cs typeface="Times New Roman"/>
                <a:sym typeface="Times New Roman"/>
              </a:endParaRPr>
            </a:p>
          </p:txBody>
        </p:sp>
        <p:pic>
          <p:nvPicPr>
            <p:cNvPr id="8" name="Google Shape;65;p14" descr="image.png">
              <a:extLst>
                <a:ext uri="{FF2B5EF4-FFF2-40B4-BE49-F238E27FC236}">
                  <a16:creationId xmlns:a16="http://schemas.microsoft.com/office/drawing/2014/main" id="{D3FB9F4B-E466-22D6-BCDE-938B83CF1C62}"/>
                </a:ext>
              </a:extLst>
            </p:cNvPr>
            <p:cNvPicPr preferRelativeResize="0"/>
            <p:nvPr/>
          </p:nvPicPr>
          <p:blipFill rotWithShape="1">
            <a:blip r:embed="rId5">
              <a:alphaModFix/>
            </a:blip>
            <a:srcRect/>
            <a:stretch/>
          </p:blipFill>
          <p:spPr>
            <a:xfrm>
              <a:off x="809625" y="2340374"/>
              <a:ext cx="476250" cy="381000"/>
            </a:xfrm>
            <a:prstGeom prst="rect">
              <a:avLst/>
            </a:prstGeom>
            <a:noFill/>
            <a:ln>
              <a:noFill/>
            </a:ln>
          </p:spPr>
        </p:pic>
      </p:grpSp>
      <p:pic>
        <p:nvPicPr>
          <p:cNvPr id="9" name="Google Shape;66;p14" descr="image.png">
            <a:extLst>
              <a:ext uri="{FF2B5EF4-FFF2-40B4-BE49-F238E27FC236}">
                <a16:creationId xmlns:a16="http://schemas.microsoft.com/office/drawing/2014/main" id="{48FF7A40-57BF-F95A-549E-4A0AF1E56BAC}"/>
              </a:ext>
            </a:extLst>
          </p:cNvPr>
          <p:cNvPicPr preferRelativeResize="0"/>
          <p:nvPr/>
        </p:nvPicPr>
        <p:blipFill rotWithShape="1">
          <a:blip r:embed="rId6">
            <a:alphaModFix/>
          </a:blip>
          <a:srcRect/>
          <a:stretch/>
        </p:blipFill>
        <p:spPr>
          <a:xfrm>
            <a:off x="4491412" y="2405053"/>
            <a:ext cx="4091997" cy="4165088"/>
          </a:xfrm>
          <a:prstGeom prst="rect">
            <a:avLst/>
          </a:prstGeom>
          <a:noFill/>
          <a:ln>
            <a:noFill/>
          </a:ln>
        </p:spPr>
      </p:pic>
      <p:grpSp>
        <p:nvGrpSpPr>
          <p:cNvPr id="10" name="Google Shape;67;p14">
            <a:extLst>
              <a:ext uri="{FF2B5EF4-FFF2-40B4-BE49-F238E27FC236}">
                <a16:creationId xmlns:a16="http://schemas.microsoft.com/office/drawing/2014/main" id="{668C5C66-BCB0-794D-FEDE-531EF15B5E43}"/>
              </a:ext>
            </a:extLst>
          </p:cNvPr>
          <p:cNvGrpSpPr/>
          <p:nvPr/>
        </p:nvGrpSpPr>
        <p:grpSpPr>
          <a:xfrm>
            <a:off x="8835828" y="2416599"/>
            <a:ext cx="3868337" cy="3998935"/>
            <a:chOff x="8159651" y="2162175"/>
            <a:chExt cx="3556100" cy="3343275"/>
          </a:xfrm>
        </p:grpSpPr>
        <p:pic>
          <p:nvPicPr>
            <p:cNvPr id="11" name="Google Shape;68;p14" descr="image.png">
              <a:extLst>
                <a:ext uri="{FF2B5EF4-FFF2-40B4-BE49-F238E27FC236}">
                  <a16:creationId xmlns:a16="http://schemas.microsoft.com/office/drawing/2014/main" id="{B085BD4C-E904-AB18-6CC8-F70D1B491482}"/>
                </a:ext>
              </a:extLst>
            </p:cNvPr>
            <p:cNvPicPr preferRelativeResize="0"/>
            <p:nvPr/>
          </p:nvPicPr>
          <p:blipFill rotWithShape="1">
            <a:blip r:embed="rId7">
              <a:alphaModFix/>
            </a:blip>
            <a:srcRect/>
            <a:stretch/>
          </p:blipFill>
          <p:spPr>
            <a:xfrm>
              <a:off x="8159651" y="2162175"/>
              <a:ext cx="3556100" cy="3343275"/>
            </a:xfrm>
            <a:prstGeom prst="rect">
              <a:avLst/>
            </a:prstGeom>
            <a:noFill/>
            <a:ln>
              <a:noFill/>
            </a:ln>
          </p:spPr>
        </p:pic>
        <p:sp>
          <p:nvSpPr>
            <p:cNvPr id="12" name="Google Shape;69;p14">
              <a:extLst>
                <a:ext uri="{FF2B5EF4-FFF2-40B4-BE49-F238E27FC236}">
                  <a16:creationId xmlns:a16="http://schemas.microsoft.com/office/drawing/2014/main" id="{5F61F3B0-F688-2CE8-5F6A-4214CEE7BECF}"/>
                </a:ext>
              </a:extLst>
            </p:cNvPr>
            <p:cNvSpPr txBox="1"/>
            <p:nvPr/>
          </p:nvSpPr>
          <p:spPr>
            <a:xfrm>
              <a:off x="8487762" y="2336635"/>
              <a:ext cx="3083700" cy="72047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2800" b="1" i="0" u="none" strike="noStrike" cap="none" dirty="0">
                  <a:solidFill>
                    <a:srgbClr val="1E293B"/>
                  </a:solidFill>
                  <a:latin typeface="Times New Roman"/>
                  <a:ea typeface="Times New Roman"/>
                  <a:cs typeface="Times New Roman"/>
                  <a:sym typeface="Times New Roman"/>
                </a:rPr>
                <a:t>Aspekt </a:t>
              </a:r>
              <a:endParaRPr lang="pl-PL" sz="2800" b="1" i="0" u="none" strike="noStrike" cap="none" dirty="0">
                <a:solidFill>
                  <a:srgbClr val="1E293B"/>
                </a:solidFill>
                <a:latin typeface="Times New Roman"/>
                <a:ea typeface="Times New Roman"/>
                <a:cs typeface="Times New Roman"/>
                <a:sym typeface="Times New Roman"/>
              </a:endParaRPr>
            </a:p>
            <a:p>
              <a:pPr marL="0" marR="0" lvl="0" indent="0" algn="ctr" rtl="0">
                <a:spcBef>
                  <a:spcPts val="0"/>
                </a:spcBef>
                <a:spcAft>
                  <a:spcPts val="0"/>
                </a:spcAft>
                <a:buNone/>
              </a:pPr>
              <a:r>
                <a:rPr lang="en" sz="2800" b="1" i="0" u="none" strike="noStrike" cap="none" dirty="0">
                  <a:solidFill>
                    <a:srgbClr val="1E293B"/>
                  </a:solidFill>
                  <a:latin typeface="Times New Roman"/>
                  <a:ea typeface="Times New Roman"/>
                  <a:cs typeface="Times New Roman"/>
                  <a:sym typeface="Times New Roman"/>
                </a:rPr>
                <a:t>ekonomiczny</a:t>
              </a:r>
              <a:endParaRPr sz="2800" dirty="0">
                <a:latin typeface="Times New Roman"/>
                <a:ea typeface="Times New Roman"/>
                <a:cs typeface="Times New Roman"/>
                <a:sym typeface="Times New Roman"/>
              </a:endParaRPr>
            </a:p>
          </p:txBody>
        </p:sp>
        <p:sp>
          <p:nvSpPr>
            <p:cNvPr id="13" name="Google Shape;70;p14">
              <a:extLst>
                <a:ext uri="{FF2B5EF4-FFF2-40B4-BE49-F238E27FC236}">
                  <a16:creationId xmlns:a16="http://schemas.microsoft.com/office/drawing/2014/main" id="{C2122B71-2AE7-5C1B-92C6-B34CA9AF510D}"/>
                </a:ext>
              </a:extLst>
            </p:cNvPr>
            <p:cNvSpPr txBox="1"/>
            <p:nvPr/>
          </p:nvSpPr>
          <p:spPr>
            <a:xfrm>
              <a:off x="8490146" y="3104753"/>
              <a:ext cx="2895107" cy="205851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 sz="2000" i="0" u="none" strike="noStrike" cap="none" dirty="0">
                  <a:solidFill>
                    <a:srgbClr val="475569"/>
                  </a:solidFill>
                  <a:latin typeface="Times New Roman"/>
                  <a:ea typeface="Times New Roman"/>
                  <a:cs typeface="Times New Roman"/>
                  <a:sym typeface="Times New Roman"/>
                </a:rPr>
                <a:t>Koszt gotowych rozwiązań rynkowych jest relatywnie wysoki. Projekt własny stanowi tańszą, a równie funkcjonalną alternatywę.</a:t>
              </a:r>
              <a:endParaRPr sz="2000" dirty="0">
                <a:latin typeface="Times New Roman"/>
                <a:ea typeface="Times New Roman"/>
                <a:cs typeface="Times New Roman"/>
                <a:sym typeface="Times New Roman"/>
              </a:endParaRPr>
            </a:p>
          </p:txBody>
        </p:sp>
        <p:pic>
          <p:nvPicPr>
            <p:cNvPr id="14" name="Google Shape;71;p14" descr="image.png">
              <a:extLst>
                <a:ext uri="{FF2B5EF4-FFF2-40B4-BE49-F238E27FC236}">
                  <a16:creationId xmlns:a16="http://schemas.microsoft.com/office/drawing/2014/main" id="{32ED11BB-BDDB-30F6-0F00-6176F7F556F3}"/>
                </a:ext>
              </a:extLst>
            </p:cNvPr>
            <p:cNvPicPr preferRelativeResize="0"/>
            <p:nvPr/>
          </p:nvPicPr>
          <p:blipFill rotWithShape="1">
            <a:blip r:embed="rId8">
              <a:alphaModFix/>
            </a:blip>
            <a:srcRect/>
            <a:stretch/>
          </p:blipFill>
          <p:spPr>
            <a:xfrm>
              <a:off x="8417738" y="2351833"/>
              <a:ext cx="428625" cy="381000"/>
            </a:xfrm>
            <a:prstGeom prst="rect">
              <a:avLst/>
            </a:prstGeom>
            <a:noFill/>
            <a:ln>
              <a:noFill/>
            </a:ln>
          </p:spPr>
        </p:pic>
      </p:grpSp>
      <p:grpSp>
        <p:nvGrpSpPr>
          <p:cNvPr id="15" name="Google Shape;72;p14">
            <a:extLst>
              <a:ext uri="{FF2B5EF4-FFF2-40B4-BE49-F238E27FC236}">
                <a16:creationId xmlns:a16="http://schemas.microsoft.com/office/drawing/2014/main" id="{895257C2-E065-9357-057A-BCBD10C48ECA}"/>
              </a:ext>
            </a:extLst>
          </p:cNvPr>
          <p:cNvGrpSpPr/>
          <p:nvPr/>
        </p:nvGrpSpPr>
        <p:grpSpPr>
          <a:xfrm>
            <a:off x="380008" y="1026404"/>
            <a:ext cx="12529392" cy="995749"/>
            <a:chOff x="420725" y="410504"/>
            <a:chExt cx="8243577" cy="919792"/>
          </a:xfrm>
        </p:grpSpPr>
        <p:sp>
          <p:nvSpPr>
            <p:cNvPr id="16" name="Google Shape;73;p14">
              <a:extLst>
                <a:ext uri="{FF2B5EF4-FFF2-40B4-BE49-F238E27FC236}">
                  <a16:creationId xmlns:a16="http://schemas.microsoft.com/office/drawing/2014/main" id="{84E4DD40-C1CA-6CAD-ACDB-7225E2442461}"/>
                </a:ext>
              </a:extLst>
            </p:cNvPr>
            <p:cNvSpPr txBox="1"/>
            <p:nvPr/>
          </p:nvSpPr>
          <p:spPr>
            <a:xfrm>
              <a:off x="420725" y="410504"/>
              <a:ext cx="2673600" cy="6369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5400" b="1" dirty="0">
                  <a:solidFill>
                    <a:schemeClr val="dk1"/>
                  </a:solidFill>
                  <a:latin typeface="Times New Roman"/>
                  <a:ea typeface="Times New Roman"/>
                  <a:cs typeface="Times New Roman"/>
                  <a:sym typeface="Times New Roman"/>
                </a:rPr>
                <a:t>Motywacja</a:t>
              </a:r>
              <a:endParaRPr sz="5400" b="1" dirty="0">
                <a:solidFill>
                  <a:schemeClr val="dk1"/>
                </a:solidFill>
                <a:latin typeface="Times New Roman"/>
                <a:ea typeface="Times New Roman"/>
                <a:cs typeface="Times New Roman"/>
                <a:sym typeface="Times New Roman"/>
              </a:endParaRPr>
            </a:p>
          </p:txBody>
        </p:sp>
        <p:cxnSp>
          <p:nvCxnSpPr>
            <p:cNvPr id="17" name="Google Shape;74;p14">
              <a:extLst>
                <a:ext uri="{FF2B5EF4-FFF2-40B4-BE49-F238E27FC236}">
                  <a16:creationId xmlns:a16="http://schemas.microsoft.com/office/drawing/2014/main" id="{B32FE1E6-4124-8FF3-6412-D60C40D35C73}"/>
                </a:ext>
              </a:extLst>
            </p:cNvPr>
            <p:cNvCxnSpPr/>
            <p:nvPr/>
          </p:nvCxnSpPr>
          <p:spPr>
            <a:xfrm rot="10800000" flipH="1">
              <a:off x="447302" y="1325796"/>
              <a:ext cx="8217000" cy="4500"/>
            </a:xfrm>
            <a:prstGeom prst="straightConnector1">
              <a:avLst/>
            </a:prstGeom>
            <a:noFill/>
            <a:ln w="38100" cap="flat" cmpd="sng">
              <a:solidFill>
                <a:schemeClr val="dk1"/>
              </a:solidFill>
              <a:prstDash val="solid"/>
              <a:round/>
              <a:headEnd type="none" w="med" len="med"/>
              <a:tailEnd type="none" w="med" len="med"/>
            </a:ln>
          </p:spPr>
        </p:cxnSp>
      </p:grpSp>
      <p:sp>
        <p:nvSpPr>
          <p:cNvPr id="18" name="Google Shape;75;p14">
            <a:extLst>
              <a:ext uri="{FF2B5EF4-FFF2-40B4-BE49-F238E27FC236}">
                <a16:creationId xmlns:a16="http://schemas.microsoft.com/office/drawing/2014/main" id="{7F6C0C44-9B7C-956B-D5BC-8760FB629385}"/>
              </a:ext>
            </a:extLst>
          </p:cNvPr>
          <p:cNvSpPr txBox="1"/>
          <p:nvPr/>
        </p:nvSpPr>
        <p:spPr>
          <a:xfrm>
            <a:off x="5322668" y="2491348"/>
            <a:ext cx="3096792" cy="131674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100"/>
              </a:spcAft>
              <a:buNone/>
            </a:pPr>
            <a:r>
              <a:rPr lang="en" sz="2800" b="1" dirty="0">
                <a:solidFill>
                  <a:srgbClr val="1E293B"/>
                </a:solidFill>
                <a:latin typeface="Times New Roman"/>
                <a:ea typeface="Times New Roman"/>
                <a:cs typeface="Times New Roman"/>
                <a:sym typeface="Times New Roman"/>
              </a:rPr>
              <a:t>Zapotrzebowanie rynkowe</a:t>
            </a:r>
            <a:endParaRPr sz="2800" b="1" dirty="0">
              <a:solidFill>
                <a:srgbClr val="475569"/>
              </a:solidFill>
              <a:latin typeface="Times New Roman"/>
              <a:ea typeface="Times New Roman"/>
              <a:cs typeface="Times New Roman"/>
              <a:sym typeface="Times New Roman"/>
            </a:endParaRPr>
          </a:p>
        </p:txBody>
      </p:sp>
      <p:sp>
        <p:nvSpPr>
          <p:cNvPr id="19" name="Google Shape;76;p14">
            <a:extLst>
              <a:ext uri="{FF2B5EF4-FFF2-40B4-BE49-F238E27FC236}">
                <a16:creationId xmlns:a16="http://schemas.microsoft.com/office/drawing/2014/main" id="{CA8C9D7B-E2AC-C1B0-E3B3-A520A47BC644}"/>
              </a:ext>
            </a:extLst>
          </p:cNvPr>
          <p:cNvSpPr txBox="1"/>
          <p:nvPr/>
        </p:nvSpPr>
        <p:spPr>
          <a:xfrm>
            <a:off x="4769247" y="3259352"/>
            <a:ext cx="3384376" cy="3031569"/>
          </a:xfrm>
          <a:prstGeom prst="rect">
            <a:avLst/>
          </a:prstGeom>
          <a:noFill/>
          <a:ln>
            <a:noFill/>
          </a:ln>
        </p:spPr>
        <p:txBody>
          <a:bodyPr spcFirstLastPara="1" wrap="square" lIns="91425" tIns="91425" rIns="91425" bIns="91425" anchor="t" anchorCtr="0">
            <a:spAutoFit/>
          </a:bodyPr>
          <a:lstStyle/>
          <a:p>
            <a:pPr marL="0" lvl="0" indent="0" rtl="0">
              <a:lnSpc>
                <a:spcPct val="160000"/>
              </a:lnSpc>
              <a:spcBef>
                <a:spcPts val="1500"/>
              </a:spcBef>
              <a:spcAft>
                <a:spcPts val="1500"/>
              </a:spcAft>
              <a:buNone/>
            </a:pPr>
            <a:r>
              <a:rPr lang="en" sz="2000" dirty="0">
                <a:solidFill>
                  <a:srgbClr val="475569"/>
                </a:solidFill>
                <a:latin typeface="Times New Roman"/>
                <a:ea typeface="Times New Roman"/>
                <a:cs typeface="Times New Roman"/>
                <a:sym typeface="Times New Roman"/>
              </a:rPr>
              <a:t>Rosnące zapotrzebowanie na narzędzia do precyzyjnej analizy przebytych tras oraz monitorowania parametrów eksploatacyjnych pojazdów.</a:t>
            </a:r>
            <a:endParaRPr sz="2000" dirty="0">
              <a:latin typeface="Times New Roman"/>
              <a:ea typeface="Times New Roman"/>
              <a:cs typeface="Times New Roman"/>
              <a:sym typeface="Times New Roman"/>
            </a:endParaRPr>
          </a:p>
        </p:txBody>
      </p:sp>
      <p:pic>
        <p:nvPicPr>
          <p:cNvPr id="20" name="Google Shape;77;p14">
            <a:extLst>
              <a:ext uri="{FF2B5EF4-FFF2-40B4-BE49-F238E27FC236}">
                <a16:creationId xmlns:a16="http://schemas.microsoft.com/office/drawing/2014/main" id="{B983F411-D030-1837-8EFD-B78CDBFA35AB}"/>
              </a:ext>
            </a:extLst>
          </p:cNvPr>
          <p:cNvPicPr preferRelativeResize="0"/>
          <p:nvPr/>
        </p:nvPicPr>
        <p:blipFill>
          <a:blip r:embed="rId9">
            <a:alphaModFix/>
          </a:blip>
          <a:stretch>
            <a:fillRect/>
          </a:stretch>
        </p:blipFill>
        <p:spPr>
          <a:xfrm>
            <a:off x="4769247" y="2580097"/>
            <a:ext cx="647086" cy="679255"/>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oogle Shape;82;p15">
            <a:extLst>
              <a:ext uri="{FF2B5EF4-FFF2-40B4-BE49-F238E27FC236}">
                <a16:creationId xmlns:a16="http://schemas.microsoft.com/office/drawing/2014/main" id="{F4900047-9A49-C2C9-BC86-D25D6B7C25B0}"/>
              </a:ext>
            </a:extLst>
          </p:cNvPr>
          <p:cNvGrpSpPr/>
          <p:nvPr/>
        </p:nvGrpSpPr>
        <p:grpSpPr>
          <a:xfrm>
            <a:off x="481095" y="2068641"/>
            <a:ext cx="12384554" cy="2276901"/>
            <a:chOff x="501318" y="1214886"/>
            <a:chExt cx="11508012" cy="2323562"/>
          </a:xfrm>
        </p:grpSpPr>
        <p:pic>
          <p:nvPicPr>
            <p:cNvPr id="5" name="Google Shape;83;p15" descr="image.png">
              <a:extLst>
                <a:ext uri="{FF2B5EF4-FFF2-40B4-BE49-F238E27FC236}">
                  <a16:creationId xmlns:a16="http://schemas.microsoft.com/office/drawing/2014/main" id="{C7CE512A-B0E4-1281-9491-181DFD94788E}"/>
                </a:ext>
              </a:extLst>
            </p:cNvPr>
            <p:cNvPicPr preferRelativeResize="0"/>
            <p:nvPr/>
          </p:nvPicPr>
          <p:blipFill rotWithShape="1">
            <a:blip r:embed="rId3">
              <a:alphaModFix/>
            </a:blip>
            <a:srcRect/>
            <a:stretch/>
          </p:blipFill>
          <p:spPr>
            <a:xfrm>
              <a:off x="501318" y="1866224"/>
              <a:ext cx="11508012" cy="1672224"/>
            </a:xfrm>
            <a:prstGeom prst="rect">
              <a:avLst/>
            </a:prstGeom>
            <a:noFill/>
            <a:ln>
              <a:noFill/>
            </a:ln>
          </p:spPr>
        </p:pic>
        <p:sp>
          <p:nvSpPr>
            <p:cNvPr id="6" name="Google Shape;84;p15">
              <a:extLst>
                <a:ext uri="{FF2B5EF4-FFF2-40B4-BE49-F238E27FC236}">
                  <a16:creationId xmlns:a16="http://schemas.microsoft.com/office/drawing/2014/main" id="{2A523038-684E-93B6-521C-CC665963AE23}"/>
                </a:ext>
              </a:extLst>
            </p:cNvPr>
            <p:cNvSpPr txBox="1"/>
            <p:nvPr/>
          </p:nvSpPr>
          <p:spPr>
            <a:xfrm>
              <a:off x="503934" y="1214886"/>
              <a:ext cx="11241300" cy="76184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3200" b="1" i="0" u="none" strike="noStrike" cap="none" dirty="0">
                  <a:solidFill>
                    <a:schemeClr val="dk1"/>
                  </a:solidFill>
                  <a:latin typeface="Times New Roman"/>
                  <a:ea typeface="Times New Roman"/>
                  <a:cs typeface="Times New Roman"/>
                  <a:sym typeface="Times New Roman"/>
                </a:rPr>
                <a:t>Cel pracy:</a:t>
              </a:r>
              <a:endParaRPr sz="3200" b="1" dirty="0">
                <a:solidFill>
                  <a:schemeClr val="dk1"/>
                </a:solidFill>
                <a:latin typeface="Times New Roman"/>
                <a:ea typeface="Times New Roman"/>
                <a:cs typeface="Times New Roman"/>
                <a:sym typeface="Times New Roman"/>
              </a:endParaRPr>
            </a:p>
          </p:txBody>
        </p:sp>
        <p:sp>
          <p:nvSpPr>
            <p:cNvPr id="7" name="Google Shape;85;p15">
              <a:extLst>
                <a:ext uri="{FF2B5EF4-FFF2-40B4-BE49-F238E27FC236}">
                  <a16:creationId xmlns:a16="http://schemas.microsoft.com/office/drawing/2014/main" id="{1DCE26EE-97EA-9F83-D711-7889BB6BC83B}"/>
                </a:ext>
              </a:extLst>
            </p:cNvPr>
            <p:cNvSpPr txBox="1"/>
            <p:nvPr/>
          </p:nvSpPr>
          <p:spPr>
            <a:xfrm>
              <a:off x="693632" y="2095984"/>
              <a:ext cx="11203929" cy="964801"/>
            </a:xfrm>
            <a:prstGeom prst="rect">
              <a:avLst/>
            </a:prstGeom>
            <a:noFill/>
            <a:ln>
              <a:noFill/>
            </a:ln>
          </p:spPr>
          <p:txBody>
            <a:bodyPr spcFirstLastPara="1" wrap="square" lIns="0" tIns="0" rIns="0" bIns="0" anchor="ctr" anchorCtr="0">
              <a:noAutofit/>
            </a:bodyPr>
            <a:lstStyle/>
            <a:p>
              <a:pPr marL="0" marR="0" lvl="0" indent="0" algn="ctr" rtl="0">
                <a:lnSpc>
                  <a:spcPct val="160000"/>
                </a:lnSpc>
                <a:spcBef>
                  <a:spcPts val="0"/>
                </a:spcBef>
                <a:spcAft>
                  <a:spcPts val="0"/>
                </a:spcAft>
                <a:buNone/>
              </a:pPr>
              <a:r>
                <a:rPr lang="en" sz="3600" b="1" i="0" u="none" strike="noStrike" cap="none" dirty="0">
                  <a:solidFill>
                    <a:schemeClr val="dk1"/>
                  </a:solidFill>
                  <a:latin typeface="Times New Roman"/>
                  <a:ea typeface="Times New Roman"/>
                  <a:cs typeface="Times New Roman"/>
                  <a:sym typeface="Times New Roman"/>
                </a:rPr>
                <a:t>Projekt i realizacja urządzenia monitorowania położenia pojazdu z wykorzystaniem mikrokontrolera ESP32.</a:t>
              </a:r>
              <a:endParaRPr sz="3600" b="1" dirty="0">
                <a:solidFill>
                  <a:schemeClr val="dk1"/>
                </a:solidFill>
                <a:latin typeface="Times New Roman"/>
                <a:ea typeface="Times New Roman"/>
                <a:cs typeface="Times New Roman"/>
                <a:sym typeface="Times New Roman"/>
              </a:endParaRPr>
            </a:p>
          </p:txBody>
        </p:sp>
      </p:grpSp>
      <p:grpSp>
        <p:nvGrpSpPr>
          <p:cNvPr id="8" name="Google Shape;86;p15">
            <a:extLst>
              <a:ext uri="{FF2B5EF4-FFF2-40B4-BE49-F238E27FC236}">
                <a16:creationId xmlns:a16="http://schemas.microsoft.com/office/drawing/2014/main" id="{A3A10077-7ECA-FB4C-BF6B-9958E2E0D555}"/>
              </a:ext>
            </a:extLst>
          </p:cNvPr>
          <p:cNvGrpSpPr/>
          <p:nvPr/>
        </p:nvGrpSpPr>
        <p:grpSpPr>
          <a:xfrm>
            <a:off x="380008" y="971705"/>
            <a:ext cx="12521921" cy="946969"/>
            <a:chOff x="383795" y="343302"/>
            <a:chExt cx="8285752" cy="972343"/>
          </a:xfrm>
        </p:grpSpPr>
        <p:sp>
          <p:nvSpPr>
            <p:cNvPr id="9" name="Google Shape;87;p15">
              <a:extLst>
                <a:ext uri="{FF2B5EF4-FFF2-40B4-BE49-F238E27FC236}">
                  <a16:creationId xmlns:a16="http://schemas.microsoft.com/office/drawing/2014/main" id="{7C447419-6C11-D8FC-30CD-13DCEBFC5D9D}"/>
                </a:ext>
              </a:extLst>
            </p:cNvPr>
            <p:cNvSpPr txBox="1"/>
            <p:nvPr/>
          </p:nvSpPr>
          <p:spPr>
            <a:xfrm>
              <a:off x="383795" y="343302"/>
              <a:ext cx="5299597" cy="63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400" b="1" dirty="0">
                  <a:solidFill>
                    <a:schemeClr val="dk1"/>
                  </a:solidFill>
                  <a:latin typeface="Times New Roman"/>
                  <a:ea typeface="Times New Roman"/>
                  <a:cs typeface="Times New Roman"/>
                  <a:sym typeface="Times New Roman"/>
                </a:rPr>
                <a:t>Cel i założenia projektu</a:t>
              </a:r>
              <a:endParaRPr sz="5400" b="1" dirty="0">
                <a:solidFill>
                  <a:schemeClr val="dk1"/>
                </a:solidFill>
                <a:latin typeface="Times New Roman"/>
                <a:ea typeface="Times New Roman"/>
                <a:cs typeface="Times New Roman"/>
                <a:sym typeface="Times New Roman"/>
              </a:endParaRPr>
            </a:p>
          </p:txBody>
        </p:sp>
        <p:cxnSp>
          <p:nvCxnSpPr>
            <p:cNvPr id="10" name="Google Shape;88;p15">
              <a:extLst>
                <a:ext uri="{FF2B5EF4-FFF2-40B4-BE49-F238E27FC236}">
                  <a16:creationId xmlns:a16="http://schemas.microsoft.com/office/drawing/2014/main" id="{4CC90FD3-6272-0523-E4A6-0619BA724643}"/>
                </a:ext>
              </a:extLst>
            </p:cNvPr>
            <p:cNvCxnSpPr/>
            <p:nvPr/>
          </p:nvCxnSpPr>
          <p:spPr>
            <a:xfrm rot="10800000" flipH="1">
              <a:off x="452547" y="1311145"/>
              <a:ext cx="8217000" cy="4500"/>
            </a:xfrm>
            <a:prstGeom prst="straightConnector1">
              <a:avLst/>
            </a:prstGeom>
            <a:noFill/>
            <a:ln w="38100" cap="flat" cmpd="sng">
              <a:solidFill>
                <a:schemeClr val="dk1"/>
              </a:solidFill>
              <a:prstDash val="solid"/>
              <a:round/>
              <a:headEnd type="none" w="med" len="med"/>
              <a:tailEnd type="none" w="med" len="med"/>
            </a:ln>
          </p:spPr>
        </p:cxnSp>
      </p:grpSp>
      <p:sp>
        <p:nvSpPr>
          <p:cNvPr id="11" name="Google Shape;89;p15">
            <a:extLst>
              <a:ext uri="{FF2B5EF4-FFF2-40B4-BE49-F238E27FC236}">
                <a16:creationId xmlns:a16="http://schemas.microsoft.com/office/drawing/2014/main" id="{57D7216C-E7DC-C04E-370D-7BA5DC84CF09}"/>
              </a:ext>
            </a:extLst>
          </p:cNvPr>
          <p:cNvSpPr txBox="1"/>
          <p:nvPr/>
        </p:nvSpPr>
        <p:spPr>
          <a:xfrm>
            <a:off x="481095" y="4210298"/>
            <a:ext cx="12241440" cy="286232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 sz="2800" b="1" i="0" u="none" strike="noStrike" cap="none" dirty="0">
                <a:solidFill>
                  <a:schemeClr val="dk1"/>
                </a:solidFill>
                <a:latin typeface="Times New Roman"/>
                <a:ea typeface="Times New Roman"/>
                <a:cs typeface="Times New Roman"/>
                <a:sym typeface="Times New Roman"/>
              </a:rPr>
              <a:t>Za</a:t>
            </a:r>
            <a:r>
              <a:rPr lang="en" sz="2800" b="1" dirty="0">
                <a:solidFill>
                  <a:schemeClr val="dk1"/>
                </a:solidFill>
                <a:latin typeface="Times New Roman"/>
                <a:ea typeface="Times New Roman"/>
                <a:cs typeface="Times New Roman"/>
                <a:sym typeface="Times New Roman"/>
              </a:rPr>
              <a:t>łożenia</a:t>
            </a:r>
            <a:r>
              <a:rPr lang="en" sz="2800" b="1" i="0" u="none" strike="noStrike" cap="none" dirty="0">
                <a:solidFill>
                  <a:schemeClr val="dk1"/>
                </a:solidFill>
                <a:latin typeface="Times New Roman"/>
                <a:ea typeface="Times New Roman"/>
                <a:cs typeface="Times New Roman"/>
                <a:sym typeface="Times New Roman"/>
              </a:rPr>
              <a:t> </a:t>
            </a:r>
            <a:r>
              <a:rPr lang="en" sz="2800" b="1" dirty="0">
                <a:solidFill>
                  <a:schemeClr val="dk1"/>
                </a:solidFill>
                <a:latin typeface="Times New Roman"/>
                <a:ea typeface="Times New Roman"/>
                <a:cs typeface="Times New Roman"/>
                <a:sym typeface="Times New Roman"/>
              </a:rPr>
              <a:t>projektowe</a:t>
            </a:r>
            <a:r>
              <a:rPr lang="en" sz="2800" b="1" i="0" u="none" strike="noStrike" cap="none" dirty="0">
                <a:solidFill>
                  <a:schemeClr val="dk1"/>
                </a:solidFill>
                <a:latin typeface="Times New Roman"/>
                <a:ea typeface="Times New Roman"/>
                <a:cs typeface="Times New Roman"/>
                <a:sym typeface="Times New Roman"/>
              </a:rPr>
              <a:t>:</a:t>
            </a:r>
            <a:endParaRPr sz="2800" b="1" i="0" u="none" strike="noStrike" cap="none" dirty="0">
              <a:solidFill>
                <a:schemeClr val="dk1"/>
              </a:solidFill>
              <a:latin typeface="Times New Roman"/>
              <a:ea typeface="Times New Roman"/>
              <a:cs typeface="Times New Roman"/>
              <a:sym typeface="Times New Roman"/>
            </a:endParaRPr>
          </a:p>
          <a:p>
            <a:pPr marL="457200" marR="0" lvl="0" indent="-330454" algn="l" rtl="0">
              <a:lnSpc>
                <a:spcPct val="150000"/>
              </a:lnSpc>
              <a:spcBef>
                <a:spcPts val="0"/>
              </a:spcBef>
              <a:spcAft>
                <a:spcPts val="0"/>
              </a:spcAft>
              <a:buClr>
                <a:schemeClr val="dk1"/>
              </a:buClr>
              <a:buSzPts val="1604"/>
              <a:buFont typeface="Times New Roman"/>
              <a:buChar char="●"/>
            </a:pPr>
            <a:r>
              <a:rPr lang="en" dirty="0">
                <a:solidFill>
                  <a:schemeClr val="dk1"/>
                </a:solidFill>
                <a:latin typeface="Times New Roman"/>
                <a:ea typeface="Times New Roman"/>
                <a:cs typeface="Times New Roman"/>
                <a:sym typeface="Times New Roman"/>
              </a:rPr>
              <a:t>Możliwość pracy urządzenia offline,</a:t>
            </a:r>
            <a:endParaRPr dirty="0">
              <a:solidFill>
                <a:schemeClr val="dk1"/>
              </a:solidFill>
              <a:latin typeface="Times New Roman"/>
              <a:ea typeface="Times New Roman"/>
              <a:cs typeface="Times New Roman"/>
              <a:sym typeface="Times New Roman"/>
            </a:endParaRPr>
          </a:p>
          <a:p>
            <a:pPr marL="457200" marR="0" lvl="0" indent="-330454" algn="l" rtl="0">
              <a:lnSpc>
                <a:spcPct val="150000"/>
              </a:lnSpc>
              <a:spcBef>
                <a:spcPts val="0"/>
              </a:spcBef>
              <a:spcAft>
                <a:spcPts val="0"/>
              </a:spcAft>
              <a:buClr>
                <a:schemeClr val="dk1"/>
              </a:buClr>
              <a:buSzPts val="1604"/>
              <a:buFont typeface="Times New Roman"/>
              <a:buChar char="●"/>
            </a:pPr>
            <a:r>
              <a:rPr lang="en" dirty="0">
                <a:solidFill>
                  <a:schemeClr val="dk1"/>
                </a:solidFill>
                <a:latin typeface="Times New Roman"/>
                <a:ea typeface="Times New Roman"/>
                <a:cs typeface="Times New Roman"/>
                <a:sym typeface="Times New Roman"/>
              </a:rPr>
              <a:t>Synchronizacja danych z serwerem po powrocie WiFi,</a:t>
            </a:r>
            <a:endParaRPr dirty="0">
              <a:solidFill>
                <a:schemeClr val="dk1"/>
              </a:solidFill>
              <a:latin typeface="Times New Roman"/>
              <a:ea typeface="Times New Roman"/>
              <a:cs typeface="Times New Roman"/>
              <a:sym typeface="Times New Roman"/>
            </a:endParaRPr>
          </a:p>
          <a:p>
            <a:pPr marL="457200" marR="0" lvl="0" indent="-330454" algn="l" rtl="0">
              <a:lnSpc>
                <a:spcPct val="150000"/>
              </a:lnSpc>
              <a:spcBef>
                <a:spcPts val="0"/>
              </a:spcBef>
              <a:spcAft>
                <a:spcPts val="0"/>
              </a:spcAft>
              <a:buClr>
                <a:schemeClr val="dk1"/>
              </a:buClr>
              <a:buSzPts val="1604"/>
              <a:buFont typeface="Times New Roman"/>
              <a:buChar char="●"/>
            </a:pPr>
            <a:r>
              <a:rPr lang="en" dirty="0">
                <a:solidFill>
                  <a:schemeClr val="dk1"/>
                </a:solidFill>
                <a:latin typeface="Times New Roman"/>
                <a:ea typeface="Times New Roman"/>
                <a:cs typeface="Times New Roman"/>
                <a:sym typeface="Times New Roman"/>
              </a:rPr>
              <a:t>Możliwość rozszerzenia o obsługę portu OBD2 oraz czujników środowiskowych,</a:t>
            </a:r>
            <a:endParaRPr dirty="0">
              <a:solidFill>
                <a:schemeClr val="dk1"/>
              </a:solidFill>
              <a:latin typeface="Times New Roman"/>
              <a:ea typeface="Times New Roman"/>
              <a:cs typeface="Times New Roman"/>
              <a:sym typeface="Times New Roman"/>
            </a:endParaRPr>
          </a:p>
          <a:p>
            <a:pPr marL="457200" marR="0" lvl="0" indent="-330454" algn="l" rtl="0">
              <a:lnSpc>
                <a:spcPct val="150000"/>
              </a:lnSpc>
              <a:spcBef>
                <a:spcPts val="0"/>
              </a:spcBef>
              <a:spcAft>
                <a:spcPts val="0"/>
              </a:spcAft>
              <a:buClr>
                <a:schemeClr val="dk1"/>
              </a:buClr>
              <a:buSzPts val="1604"/>
              <a:buFont typeface="Times New Roman"/>
              <a:buChar char="●"/>
            </a:pPr>
            <a:r>
              <a:rPr lang="en" dirty="0">
                <a:solidFill>
                  <a:schemeClr val="dk1"/>
                </a:solidFill>
                <a:latin typeface="Times New Roman"/>
                <a:ea typeface="Times New Roman"/>
                <a:cs typeface="Times New Roman"/>
                <a:sym typeface="Times New Roman"/>
              </a:rPr>
              <a:t>Oprogramowanie typu open-source.</a:t>
            </a:r>
            <a:endParaRPr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0216959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oogle Shape;95;p16">
            <a:extLst>
              <a:ext uri="{FF2B5EF4-FFF2-40B4-BE49-F238E27FC236}">
                <a16:creationId xmlns:a16="http://schemas.microsoft.com/office/drawing/2014/main" id="{8F22CF4A-C77C-A6DE-0FF1-89BD62053125}"/>
              </a:ext>
            </a:extLst>
          </p:cNvPr>
          <p:cNvGrpSpPr/>
          <p:nvPr/>
        </p:nvGrpSpPr>
        <p:grpSpPr>
          <a:xfrm>
            <a:off x="380009" y="977867"/>
            <a:ext cx="11865538" cy="1000182"/>
            <a:chOff x="367099" y="367327"/>
            <a:chExt cx="8254067" cy="987563"/>
          </a:xfrm>
        </p:grpSpPr>
        <p:sp>
          <p:nvSpPr>
            <p:cNvPr id="5" name="Google Shape;96;p16">
              <a:extLst>
                <a:ext uri="{FF2B5EF4-FFF2-40B4-BE49-F238E27FC236}">
                  <a16:creationId xmlns:a16="http://schemas.microsoft.com/office/drawing/2014/main" id="{910889E4-76C2-9410-0B32-3DA0381BBA1E}"/>
                </a:ext>
              </a:extLst>
            </p:cNvPr>
            <p:cNvSpPr txBox="1"/>
            <p:nvPr/>
          </p:nvSpPr>
          <p:spPr>
            <a:xfrm>
              <a:off x="367099" y="367327"/>
              <a:ext cx="8254067" cy="63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400" b="1" dirty="0">
                  <a:solidFill>
                    <a:schemeClr val="dk1"/>
                  </a:solidFill>
                  <a:latin typeface="Times New Roman"/>
                  <a:ea typeface="Times New Roman"/>
                  <a:cs typeface="Times New Roman"/>
                  <a:sym typeface="Times New Roman"/>
                </a:rPr>
                <a:t>Algorytm pracy urządzenia</a:t>
              </a:r>
              <a:endParaRPr sz="5400" b="1" dirty="0">
                <a:solidFill>
                  <a:schemeClr val="dk1"/>
                </a:solidFill>
                <a:latin typeface="Times New Roman"/>
                <a:ea typeface="Times New Roman"/>
                <a:cs typeface="Times New Roman"/>
                <a:sym typeface="Times New Roman"/>
              </a:endParaRPr>
            </a:p>
          </p:txBody>
        </p:sp>
        <p:cxnSp>
          <p:nvCxnSpPr>
            <p:cNvPr id="6" name="Google Shape;97;p16">
              <a:extLst>
                <a:ext uri="{FF2B5EF4-FFF2-40B4-BE49-F238E27FC236}">
                  <a16:creationId xmlns:a16="http://schemas.microsoft.com/office/drawing/2014/main" id="{9CA5C71D-D3DB-55C4-B0B1-F47DE06D476B}"/>
                </a:ext>
              </a:extLst>
            </p:cNvPr>
            <p:cNvCxnSpPr>
              <a:cxnSpLocks/>
            </p:cNvCxnSpPr>
            <p:nvPr/>
          </p:nvCxnSpPr>
          <p:spPr>
            <a:xfrm>
              <a:off x="420715" y="1354890"/>
              <a:ext cx="5606688" cy="0"/>
            </a:xfrm>
            <a:prstGeom prst="straightConnector1">
              <a:avLst/>
            </a:prstGeom>
            <a:noFill/>
            <a:ln w="38100" cap="flat" cmpd="sng">
              <a:solidFill>
                <a:schemeClr val="dk1"/>
              </a:solidFill>
              <a:prstDash val="solid"/>
              <a:round/>
              <a:headEnd type="none" w="med" len="med"/>
              <a:tailEnd type="none" w="med" len="med"/>
            </a:ln>
          </p:spPr>
        </p:cxnSp>
      </p:grpSp>
      <p:sp>
        <p:nvSpPr>
          <p:cNvPr id="7" name="Google Shape;98;p16">
            <a:extLst>
              <a:ext uri="{FF2B5EF4-FFF2-40B4-BE49-F238E27FC236}">
                <a16:creationId xmlns:a16="http://schemas.microsoft.com/office/drawing/2014/main" id="{95322938-10DE-7D03-ACC7-801301D2689F}"/>
              </a:ext>
            </a:extLst>
          </p:cNvPr>
          <p:cNvSpPr txBox="1"/>
          <p:nvPr/>
        </p:nvSpPr>
        <p:spPr>
          <a:xfrm>
            <a:off x="457084" y="2333194"/>
            <a:ext cx="8635891" cy="4308842"/>
          </a:xfrm>
          <a:prstGeom prst="rect">
            <a:avLst/>
          </a:prstGeom>
          <a:noFill/>
          <a:ln>
            <a:noFill/>
          </a:ln>
        </p:spPr>
        <p:txBody>
          <a:bodyPr spcFirstLastPara="1" wrap="square" lIns="91425" tIns="91425" rIns="91425" bIns="91425" anchor="t" anchorCtr="0">
            <a:spAutoFit/>
          </a:bodyPr>
          <a:lstStyle/>
          <a:p>
            <a:pPr lvl="0"/>
            <a:r>
              <a:rPr lang="pl-PL" sz="2800" b="1" dirty="0">
                <a:latin typeface="Calibri" panose="020F0502020204030204" pitchFamily="34" charset="0"/>
                <a:ea typeface="Calibri" panose="020F0502020204030204" pitchFamily="34" charset="0"/>
                <a:cs typeface="Calibri" panose="020F0502020204030204" pitchFamily="34" charset="0"/>
              </a:rPr>
              <a:t>Wielowątkowa akwizycja danych (FreeRTOS): </a:t>
            </a:r>
          </a:p>
          <a:p>
            <a:pPr marL="342900" lvl="0" indent="-342900">
              <a:buFont typeface="Arial" panose="020B0604020202020204" pitchFamily="34" charset="0"/>
              <a:buChar char="•"/>
            </a:pPr>
            <a:r>
              <a:rPr lang="pl-PL" dirty="0">
                <a:latin typeface="Calibri" panose="020F0502020204030204" pitchFamily="34" charset="0"/>
                <a:ea typeface="Calibri" panose="020F0502020204030204" pitchFamily="34" charset="0"/>
                <a:cs typeface="Calibri" panose="020F0502020204030204" pitchFamily="34" charset="0"/>
              </a:rPr>
              <a:t>Akwizycja danych z modułów (GNSS, CAN, DS18B20) jest realizowana równolegle, w osobnych zadaniach.</a:t>
            </a:r>
          </a:p>
          <a:p>
            <a:pPr lvl="0"/>
            <a:endParaRPr lang="pl-PL" sz="2000" dirty="0">
              <a:latin typeface="Calibri" panose="020F0502020204030204" pitchFamily="34" charset="0"/>
              <a:ea typeface="Calibri" panose="020F0502020204030204" pitchFamily="34" charset="0"/>
              <a:cs typeface="Calibri" panose="020F0502020204030204" pitchFamily="34" charset="0"/>
            </a:endParaRPr>
          </a:p>
          <a:p>
            <a:r>
              <a:rPr lang="pl-PL" sz="2800" b="1" dirty="0">
                <a:latin typeface="Calibri" panose="020F0502020204030204" pitchFamily="34" charset="0"/>
                <a:ea typeface="Calibri" panose="020F0502020204030204" pitchFamily="34" charset="0"/>
                <a:cs typeface="Calibri" panose="020F0502020204030204" pitchFamily="34" charset="0"/>
              </a:rPr>
              <a:t>Archiwizacja ciągła: </a:t>
            </a:r>
          </a:p>
          <a:p>
            <a:pPr marL="342900" indent="-342900">
              <a:buFont typeface="Arial" panose="020B0604020202020204" pitchFamily="34" charset="0"/>
              <a:buChar char="•"/>
            </a:pPr>
            <a:r>
              <a:rPr lang="pl-PL" dirty="0">
                <a:latin typeface="Calibri" panose="020F0502020204030204" pitchFamily="34" charset="0"/>
                <a:ea typeface="Calibri" panose="020F0502020204030204" pitchFamily="34" charset="0"/>
                <a:cs typeface="Calibri" panose="020F0502020204030204" pitchFamily="34" charset="0"/>
              </a:rPr>
              <a:t>Wszystkie dane są zapisywane na karcie SD w pliku archiwalnym.</a:t>
            </a:r>
          </a:p>
          <a:p>
            <a:endParaRPr lang="pl-PL" sz="2000" dirty="0">
              <a:latin typeface="Calibri" panose="020F0502020204030204" pitchFamily="34" charset="0"/>
              <a:ea typeface="Calibri" panose="020F0502020204030204" pitchFamily="34" charset="0"/>
              <a:cs typeface="Calibri" panose="020F0502020204030204" pitchFamily="34" charset="0"/>
            </a:endParaRPr>
          </a:p>
          <a:p>
            <a:r>
              <a:rPr lang="pl-PL" sz="2800" b="1" dirty="0">
                <a:latin typeface="Calibri" panose="020F0502020204030204" pitchFamily="34" charset="0"/>
                <a:ea typeface="Calibri" panose="020F0502020204030204" pitchFamily="34" charset="0"/>
                <a:cs typeface="Calibri" panose="020F0502020204030204" pitchFamily="34" charset="0"/>
              </a:rPr>
              <a:t>Retransmisja danych:</a:t>
            </a:r>
            <a:r>
              <a:rPr lang="pl-PL" sz="2800" dirty="0">
                <a:latin typeface="Calibri" panose="020F0502020204030204" pitchFamily="34" charset="0"/>
                <a:ea typeface="Calibri" panose="020F0502020204030204" pitchFamily="34" charset="0"/>
                <a:cs typeface="Calibri" panose="020F0502020204030204" pitchFamily="34" charset="0"/>
              </a:rPr>
              <a:t> </a:t>
            </a:r>
          </a:p>
          <a:p>
            <a:pPr marL="342900" indent="-342900">
              <a:buFont typeface="Arial" panose="020B0604020202020204" pitchFamily="34" charset="0"/>
              <a:buChar char="•"/>
            </a:pPr>
            <a:r>
              <a:rPr lang="pl-PL" dirty="0">
                <a:latin typeface="Calibri" panose="020F0502020204030204" pitchFamily="34" charset="0"/>
                <a:ea typeface="Calibri" panose="020F0502020204030204" pitchFamily="34" charset="0"/>
                <a:cs typeface="Calibri" panose="020F0502020204030204" pitchFamily="34" charset="0"/>
              </a:rPr>
              <a:t>Przy braku połączenia z siecią WiFi dane trafiają do pliku „</a:t>
            </a:r>
            <a:r>
              <a:rPr lang="pl-PL" dirty="0" err="1">
                <a:latin typeface="Calibri" panose="020F0502020204030204" pitchFamily="34" charset="0"/>
                <a:ea typeface="Calibri" panose="020F0502020204030204" pitchFamily="34" charset="0"/>
                <a:cs typeface="Calibri" panose="020F0502020204030204" pitchFamily="34" charset="0"/>
              </a:rPr>
              <a:t>Pending</a:t>
            </a:r>
            <a:r>
              <a:rPr lang="pl-PL" dirty="0">
                <a:latin typeface="Calibri" panose="020F0502020204030204" pitchFamily="34" charset="0"/>
                <a:ea typeface="Calibri" panose="020F0502020204030204" pitchFamily="34" charset="0"/>
                <a:cs typeface="Calibri" panose="020F0502020204030204" pitchFamily="34" charset="0"/>
              </a:rPr>
              <a:t>”, a po odzyskaniu połączenia system automatycznie przesyła brakujące pakiety, zachowując chronologię.</a:t>
            </a:r>
          </a:p>
        </p:txBody>
      </p:sp>
      <p:pic>
        <p:nvPicPr>
          <p:cNvPr id="15" name="Grafika 14">
            <a:extLst>
              <a:ext uri="{FF2B5EF4-FFF2-40B4-BE49-F238E27FC236}">
                <a16:creationId xmlns:a16="http://schemas.microsoft.com/office/drawing/2014/main" id="{F0FE0145-6346-288D-97E5-247EE3AA34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03932" y="634066"/>
            <a:ext cx="3672408" cy="6288368"/>
          </a:xfrm>
          <a:prstGeom prst="rect">
            <a:avLst/>
          </a:prstGeom>
        </p:spPr>
      </p:pic>
    </p:spTree>
    <p:extLst>
      <p:ext uri="{BB962C8B-B14F-4D97-AF65-F5344CB8AC3E}">
        <p14:creationId xmlns:p14="http://schemas.microsoft.com/office/powerpoint/2010/main" val="10288282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raz 6" descr="Obraz zawierający elektronika, Inżynieria elektroniczna, Element obwodu, Komponent elektroniczny&#10;&#10;Zawartość wygenerowana przez AI może być niepoprawna.">
            <a:extLst>
              <a:ext uri="{FF2B5EF4-FFF2-40B4-BE49-F238E27FC236}">
                <a16:creationId xmlns:a16="http://schemas.microsoft.com/office/drawing/2014/main" id="{83737EFF-9042-54C1-D3E7-64CC2F2A2FC1}"/>
              </a:ext>
            </a:extLst>
          </p:cNvPr>
          <p:cNvPicPr>
            <a:picLocks noChangeAspect="1"/>
          </p:cNvPicPr>
          <p:nvPr/>
        </p:nvPicPr>
        <p:blipFill>
          <a:blip r:embed="rId3">
            <a:extLst>
              <a:ext uri="{28A0092B-C50C-407E-A947-70E740481C1C}">
                <a14:useLocalDpi xmlns:a14="http://schemas.microsoft.com/office/drawing/2010/main" val="0"/>
              </a:ext>
            </a:extLst>
          </a:blip>
          <a:srcRect l="-248" t="-4389" r="-248" b="5070"/>
          <a:stretch>
            <a:fillRect/>
          </a:stretch>
        </p:blipFill>
        <p:spPr bwMode="auto">
          <a:xfrm>
            <a:off x="3955531" y="1762026"/>
            <a:ext cx="5522362" cy="5112608"/>
          </a:xfrm>
          <a:prstGeom prst="rect">
            <a:avLst/>
          </a:prstGeom>
          <a:noFill/>
          <a:ln>
            <a:noFill/>
          </a:ln>
        </p:spPr>
      </p:pic>
      <p:grpSp>
        <p:nvGrpSpPr>
          <p:cNvPr id="4" name="Google Shape;103;p17">
            <a:extLst>
              <a:ext uri="{FF2B5EF4-FFF2-40B4-BE49-F238E27FC236}">
                <a16:creationId xmlns:a16="http://schemas.microsoft.com/office/drawing/2014/main" id="{6A41B522-56D8-3752-6A6E-671EE30E0AAD}"/>
              </a:ext>
            </a:extLst>
          </p:cNvPr>
          <p:cNvGrpSpPr/>
          <p:nvPr/>
        </p:nvGrpSpPr>
        <p:grpSpPr>
          <a:xfrm>
            <a:off x="380008" y="885030"/>
            <a:ext cx="12673408" cy="1014340"/>
            <a:chOff x="323478" y="118435"/>
            <a:chExt cx="8496944" cy="1014340"/>
          </a:xfrm>
        </p:grpSpPr>
        <p:sp>
          <p:nvSpPr>
            <p:cNvPr id="5" name="Google Shape;104;p17">
              <a:extLst>
                <a:ext uri="{FF2B5EF4-FFF2-40B4-BE49-F238E27FC236}">
                  <a16:creationId xmlns:a16="http://schemas.microsoft.com/office/drawing/2014/main" id="{D906D3A7-A20B-7033-EE90-D4975CFA8B5F}"/>
                </a:ext>
              </a:extLst>
            </p:cNvPr>
            <p:cNvSpPr txBox="1"/>
            <p:nvPr/>
          </p:nvSpPr>
          <p:spPr>
            <a:xfrm>
              <a:off x="323478" y="118435"/>
              <a:ext cx="8496944" cy="636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5400" b="1" dirty="0">
                  <a:solidFill>
                    <a:schemeClr val="dk1"/>
                  </a:solidFill>
                  <a:latin typeface="Times New Roman"/>
                  <a:ea typeface="Times New Roman"/>
                  <a:cs typeface="Times New Roman"/>
                  <a:sym typeface="Times New Roman"/>
                </a:rPr>
                <a:t>Realizacja prototypu</a:t>
              </a:r>
              <a:endParaRPr sz="5400" b="1" dirty="0">
                <a:solidFill>
                  <a:schemeClr val="dk1"/>
                </a:solidFill>
                <a:latin typeface="Times New Roman"/>
                <a:ea typeface="Times New Roman"/>
                <a:cs typeface="Times New Roman"/>
                <a:sym typeface="Times New Roman"/>
              </a:endParaRPr>
            </a:p>
          </p:txBody>
        </p:sp>
        <p:cxnSp>
          <p:nvCxnSpPr>
            <p:cNvPr id="6" name="Google Shape;105;p17">
              <a:extLst>
                <a:ext uri="{FF2B5EF4-FFF2-40B4-BE49-F238E27FC236}">
                  <a16:creationId xmlns:a16="http://schemas.microsoft.com/office/drawing/2014/main" id="{A553FAFB-3D3B-68BB-38F6-2629D4943F0D}"/>
                </a:ext>
              </a:extLst>
            </p:cNvPr>
            <p:cNvCxnSpPr/>
            <p:nvPr/>
          </p:nvCxnSpPr>
          <p:spPr>
            <a:xfrm rot="10800000" flipH="1">
              <a:off x="463450" y="1128275"/>
              <a:ext cx="8217000" cy="4500"/>
            </a:xfrm>
            <a:prstGeom prst="straightConnector1">
              <a:avLst/>
            </a:prstGeom>
            <a:noFill/>
            <a:ln w="38100"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8200437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11;p18">
            <a:extLst>
              <a:ext uri="{FF2B5EF4-FFF2-40B4-BE49-F238E27FC236}">
                <a16:creationId xmlns:a16="http://schemas.microsoft.com/office/drawing/2014/main" id="{0894BC32-904B-DFAB-D4F1-0AC99AFD5E00}"/>
              </a:ext>
            </a:extLst>
          </p:cNvPr>
          <p:cNvSpPr txBox="1"/>
          <p:nvPr/>
        </p:nvSpPr>
        <p:spPr>
          <a:xfrm>
            <a:off x="2666262" y="711964"/>
            <a:ext cx="8100900" cy="636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5400" b="1" dirty="0">
                <a:solidFill>
                  <a:schemeClr val="dk1"/>
                </a:solidFill>
                <a:latin typeface="Times New Roman"/>
                <a:ea typeface="Times New Roman"/>
                <a:cs typeface="Times New Roman"/>
                <a:sym typeface="Times New Roman"/>
              </a:rPr>
              <a:t>Interfejs ThingsBoard</a:t>
            </a:r>
            <a:endParaRPr sz="5400" b="1" dirty="0">
              <a:solidFill>
                <a:schemeClr val="dk1"/>
              </a:solidFill>
              <a:latin typeface="Times New Roman"/>
              <a:ea typeface="Times New Roman"/>
              <a:cs typeface="Times New Roman"/>
              <a:sym typeface="Times New Roman"/>
            </a:endParaRPr>
          </a:p>
        </p:txBody>
      </p:sp>
      <p:cxnSp>
        <p:nvCxnSpPr>
          <p:cNvPr id="5" name="Google Shape;105;p17">
            <a:extLst>
              <a:ext uri="{FF2B5EF4-FFF2-40B4-BE49-F238E27FC236}">
                <a16:creationId xmlns:a16="http://schemas.microsoft.com/office/drawing/2014/main" id="{74C8CACC-47D1-1619-2B5B-F66DF69C1C81}"/>
              </a:ext>
            </a:extLst>
          </p:cNvPr>
          <p:cNvCxnSpPr/>
          <p:nvPr/>
        </p:nvCxnSpPr>
        <p:spPr>
          <a:xfrm rot="10800000" flipH="1">
            <a:off x="588780" y="1690018"/>
            <a:ext cx="12255864" cy="4500"/>
          </a:xfrm>
          <a:prstGeom prst="straightConnector1">
            <a:avLst/>
          </a:prstGeom>
          <a:noFill/>
          <a:ln w="38100" cap="flat" cmpd="sng">
            <a:solidFill>
              <a:schemeClr val="dk1"/>
            </a:solidFill>
            <a:prstDash val="solid"/>
            <a:round/>
            <a:headEnd type="none" w="med" len="med"/>
            <a:tailEnd type="none" w="med" len="med"/>
          </a:ln>
        </p:spPr>
      </p:cxnSp>
      <p:pic>
        <p:nvPicPr>
          <p:cNvPr id="6" name="Google Shape;112;p18">
            <a:extLst>
              <a:ext uri="{FF2B5EF4-FFF2-40B4-BE49-F238E27FC236}">
                <a16:creationId xmlns:a16="http://schemas.microsoft.com/office/drawing/2014/main" id="{DC876A78-36F5-A640-8A18-AF973AF12BD8}"/>
              </a:ext>
            </a:extLst>
          </p:cNvPr>
          <p:cNvPicPr preferRelativeResize="0"/>
          <p:nvPr/>
        </p:nvPicPr>
        <p:blipFill>
          <a:blip r:embed="rId3">
            <a:alphaModFix/>
          </a:blip>
          <a:stretch>
            <a:fillRect/>
          </a:stretch>
        </p:blipFill>
        <p:spPr>
          <a:xfrm>
            <a:off x="1445591" y="1794197"/>
            <a:ext cx="10542242" cy="5120891"/>
          </a:xfrm>
          <a:prstGeom prst="rect">
            <a:avLst/>
          </a:prstGeom>
          <a:noFill/>
          <a:ln>
            <a:noFill/>
          </a:ln>
        </p:spPr>
      </p:pic>
    </p:spTree>
    <p:extLst>
      <p:ext uri="{BB962C8B-B14F-4D97-AF65-F5344CB8AC3E}">
        <p14:creationId xmlns:p14="http://schemas.microsoft.com/office/powerpoint/2010/main" val="41573220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17;p19">
            <a:extLst>
              <a:ext uri="{FF2B5EF4-FFF2-40B4-BE49-F238E27FC236}">
                <a16:creationId xmlns:a16="http://schemas.microsoft.com/office/drawing/2014/main" id="{1355A866-4C26-C37E-4F83-EE4A743AB1DB}"/>
              </a:ext>
            </a:extLst>
          </p:cNvPr>
          <p:cNvPicPr preferRelativeResize="0"/>
          <p:nvPr/>
        </p:nvPicPr>
        <p:blipFill>
          <a:blip r:embed="rId3">
            <a:alphaModFix/>
          </a:blip>
          <a:stretch>
            <a:fillRect/>
          </a:stretch>
        </p:blipFill>
        <p:spPr>
          <a:xfrm>
            <a:off x="1005899" y="1329978"/>
            <a:ext cx="11421626" cy="5544616"/>
          </a:xfrm>
          <a:prstGeom prst="rect">
            <a:avLst/>
          </a:prstGeom>
          <a:noFill/>
          <a:ln>
            <a:noFill/>
          </a:ln>
        </p:spPr>
      </p:pic>
    </p:spTree>
    <p:extLst>
      <p:ext uri="{BB962C8B-B14F-4D97-AF65-F5344CB8AC3E}">
        <p14:creationId xmlns:p14="http://schemas.microsoft.com/office/powerpoint/2010/main" val="20594930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22;p20">
            <a:extLst>
              <a:ext uri="{FF2B5EF4-FFF2-40B4-BE49-F238E27FC236}">
                <a16:creationId xmlns:a16="http://schemas.microsoft.com/office/drawing/2014/main" id="{E28AD938-633F-6BB7-4D71-1B49FBCF8F3A}"/>
              </a:ext>
            </a:extLst>
          </p:cNvPr>
          <p:cNvPicPr preferRelativeResize="0"/>
          <p:nvPr/>
        </p:nvPicPr>
        <p:blipFill>
          <a:blip r:embed="rId3">
            <a:alphaModFix/>
          </a:blip>
          <a:stretch>
            <a:fillRect/>
          </a:stretch>
        </p:blipFill>
        <p:spPr>
          <a:xfrm>
            <a:off x="970222" y="1329978"/>
            <a:ext cx="11492979" cy="5579255"/>
          </a:xfrm>
          <a:prstGeom prst="rect">
            <a:avLst/>
          </a:prstGeom>
          <a:noFill/>
          <a:ln>
            <a:noFill/>
          </a:ln>
        </p:spPr>
      </p:pic>
    </p:spTree>
    <p:extLst>
      <p:ext uri="{BB962C8B-B14F-4D97-AF65-F5344CB8AC3E}">
        <p14:creationId xmlns:p14="http://schemas.microsoft.com/office/powerpoint/2010/main" val="32374006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27;p21">
            <a:extLst>
              <a:ext uri="{FF2B5EF4-FFF2-40B4-BE49-F238E27FC236}">
                <a16:creationId xmlns:a16="http://schemas.microsoft.com/office/drawing/2014/main" id="{706297DC-27DA-0C9A-98B2-D4AC4B7F4169}"/>
              </a:ext>
            </a:extLst>
          </p:cNvPr>
          <p:cNvSpPr txBox="1"/>
          <p:nvPr/>
        </p:nvSpPr>
        <p:spPr>
          <a:xfrm>
            <a:off x="434880" y="1187576"/>
            <a:ext cx="4619189" cy="76309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5400" b="1" dirty="0">
                <a:solidFill>
                  <a:schemeClr val="dk1"/>
                </a:solidFill>
                <a:latin typeface="Times New Roman"/>
                <a:ea typeface="Times New Roman"/>
                <a:cs typeface="Times New Roman"/>
                <a:sym typeface="Times New Roman"/>
              </a:rPr>
              <a:t>Podsumowanie</a:t>
            </a:r>
            <a:endParaRPr sz="5400" b="1" dirty="0">
              <a:solidFill>
                <a:schemeClr val="dk1"/>
              </a:solidFill>
              <a:latin typeface="Times New Roman"/>
              <a:ea typeface="Times New Roman"/>
              <a:cs typeface="Times New Roman"/>
              <a:sym typeface="Times New Roman"/>
            </a:endParaRPr>
          </a:p>
        </p:txBody>
      </p:sp>
      <p:sp>
        <p:nvSpPr>
          <p:cNvPr id="5" name="Google Shape;128;p21">
            <a:extLst>
              <a:ext uri="{FF2B5EF4-FFF2-40B4-BE49-F238E27FC236}">
                <a16:creationId xmlns:a16="http://schemas.microsoft.com/office/drawing/2014/main" id="{83F09F13-C1DB-DAFF-B2E7-0EE4F7BE96CF}"/>
              </a:ext>
            </a:extLst>
          </p:cNvPr>
          <p:cNvSpPr/>
          <p:nvPr/>
        </p:nvSpPr>
        <p:spPr>
          <a:xfrm>
            <a:off x="500393" y="2203074"/>
            <a:ext cx="12481015" cy="1196567"/>
          </a:xfrm>
          <a:prstGeom prst="roundRect">
            <a:avLst>
              <a:gd name="adj" fmla="val 16667"/>
            </a:avLst>
          </a:prstGeom>
          <a:solidFill>
            <a:srgbClr val="DAFBE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3600" b="1" dirty="0">
                <a:solidFill>
                  <a:srgbClr val="00895C"/>
                </a:solidFill>
                <a:highlight>
                  <a:srgbClr val="DAFBE5"/>
                </a:highlight>
                <a:latin typeface="Times New Roman"/>
                <a:ea typeface="Times New Roman"/>
                <a:cs typeface="Times New Roman"/>
                <a:sym typeface="Times New Roman"/>
              </a:rPr>
              <a:t>CEL PRACY ZOSTAŁ</a:t>
            </a:r>
            <a:r>
              <a:rPr lang="pl-PL" sz="3600" b="1" dirty="0">
                <a:solidFill>
                  <a:srgbClr val="00895C"/>
                </a:solidFill>
                <a:highlight>
                  <a:srgbClr val="DAFBE5"/>
                </a:highlight>
                <a:latin typeface="Times New Roman"/>
                <a:ea typeface="Times New Roman"/>
                <a:cs typeface="Times New Roman"/>
                <a:sym typeface="Times New Roman"/>
              </a:rPr>
              <a:t> </a:t>
            </a:r>
            <a:r>
              <a:rPr lang="en" sz="3600" b="1" dirty="0">
                <a:solidFill>
                  <a:srgbClr val="00895C"/>
                </a:solidFill>
                <a:highlight>
                  <a:srgbClr val="DAFBE5"/>
                </a:highlight>
                <a:latin typeface="Times New Roman"/>
                <a:ea typeface="Times New Roman"/>
                <a:cs typeface="Times New Roman"/>
                <a:sym typeface="Times New Roman"/>
              </a:rPr>
              <a:t>OSIĄGNIĘTY</a:t>
            </a:r>
            <a:endParaRPr sz="3600" b="1" dirty="0">
              <a:solidFill>
                <a:srgbClr val="00895C"/>
              </a:solidFill>
              <a:highlight>
                <a:srgbClr val="DAFBE5"/>
              </a:highlight>
              <a:latin typeface="Times New Roman"/>
              <a:ea typeface="Times New Roman"/>
              <a:cs typeface="Times New Roman"/>
              <a:sym typeface="Times New Roman"/>
            </a:endParaRPr>
          </a:p>
        </p:txBody>
      </p:sp>
      <p:grpSp>
        <p:nvGrpSpPr>
          <p:cNvPr id="15" name="Google Shape;138;p21">
            <a:extLst>
              <a:ext uri="{FF2B5EF4-FFF2-40B4-BE49-F238E27FC236}">
                <a16:creationId xmlns:a16="http://schemas.microsoft.com/office/drawing/2014/main" id="{F8A9391F-78B8-ED94-AEA4-1BDD1D7E8156}"/>
              </a:ext>
            </a:extLst>
          </p:cNvPr>
          <p:cNvGrpSpPr/>
          <p:nvPr/>
        </p:nvGrpSpPr>
        <p:grpSpPr>
          <a:xfrm>
            <a:off x="6716712" y="3444381"/>
            <a:ext cx="6408712" cy="3151790"/>
            <a:chOff x="4750594" y="1553157"/>
            <a:chExt cx="4238100" cy="1646793"/>
          </a:xfrm>
        </p:grpSpPr>
        <p:sp>
          <p:nvSpPr>
            <p:cNvPr id="16" name="Google Shape;139;p21">
              <a:extLst>
                <a:ext uri="{FF2B5EF4-FFF2-40B4-BE49-F238E27FC236}">
                  <a16:creationId xmlns:a16="http://schemas.microsoft.com/office/drawing/2014/main" id="{5488600B-FED9-247A-8313-3B376968F0E0}"/>
                </a:ext>
              </a:extLst>
            </p:cNvPr>
            <p:cNvSpPr txBox="1"/>
            <p:nvPr/>
          </p:nvSpPr>
          <p:spPr>
            <a:xfrm>
              <a:off x="4750594" y="1553157"/>
              <a:ext cx="4238100" cy="22513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2800" b="1" i="0" u="none" strike="noStrike" cap="none" dirty="0">
                  <a:solidFill>
                    <a:srgbClr val="334155"/>
                  </a:solidFill>
                  <a:latin typeface="Times New Roman"/>
                  <a:ea typeface="Times New Roman"/>
                  <a:cs typeface="Times New Roman"/>
                  <a:sym typeface="Times New Roman"/>
                </a:rPr>
                <a:t>Możliwości rozwoju</a:t>
              </a:r>
              <a:endParaRPr sz="2800" dirty="0">
                <a:latin typeface="Times New Roman"/>
                <a:ea typeface="Times New Roman"/>
                <a:cs typeface="Times New Roman"/>
                <a:sym typeface="Times New Roman"/>
              </a:endParaRPr>
            </a:p>
          </p:txBody>
        </p:sp>
        <p:sp>
          <p:nvSpPr>
            <p:cNvPr id="17" name="Google Shape;140;p21">
              <a:extLst>
                <a:ext uri="{FF2B5EF4-FFF2-40B4-BE49-F238E27FC236}">
                  <a16:creationId xmlns:a16="http://schemas.microsoft.com/office/drawing/2014/main" id="{CEA3BF4B-70AA-8691-A07D-8279778CEFC1}"/>
                </a:ext>
              </a:extLst>
            </p:cNvPr>
            <p:cNvSpPr txBox="1"/>
            <p:nvPr/>
          </p:nvSpPr>
          <p:spPr>
            <a:xfrm>
              <a:off x="4798361" y="1835038"/>
              <a:ext cx="4036200" cy="344710"/>
            </a:xfrm>
            <a:prstGeom prst="rect">
              <a:avLst/>
            </a:prstGeom>
            <a:noFill/>
            <a:ln>
              <a:noFill/>
            </a:ln>
          </p:spPr>
          <p:txBody>
            <a:bodyPr spcFirstLastPara="1" wrap="square" lIns="200025" tIns="0" rIns="0" bIns="0" anchor="t" anchorCtr="0">
              <a:spAutoFit/>
            </a:bodyPr>
            <a:lstStyle/>
            <a:p>
              <a:pPr marL="0" marR="0" lvl="0" indent="0" algn="l" rtl="0">
                <a:lnSpc>
                  <a:spcPct val="160000"/>
                </a:lnSpc>
                <a:spcBef>
                  <a:spcPts val="0"/>
                </a:spcBef>
                <a:spcAft>
                  <a:spcPts val="0"/>
                </a:spcAft>
                <a:buNone/>
              </a:pPr>
              <a:r>
                <a:rPr lang="pl-PL" i="0" u="none" strike="noStrike" cap="none" dirty="0">
                  <a:solidFill>
                    <a:srgbClr val="475569"/>
                  </a:solidFill>
                  <a:latin typeface="Times New Roman"/>
                  <a:ea typeface="Times New Roman"/>
                  <a:cs typeface="Times New Roman"/>
                  <a:sym typeface="Times New Roman"/>
                </a:rPr>
                <a:t>Wykonanie dedykowanej płytki PCB</a:t>
              </a:r>
              <a:r>
                <a:rPr lang="en" i="0" u="none" strike="noStrike" cap="none" dirty="0">
                  <a:solidFill>
                    <a:srgbClr val="475569"/>
                  </a:solidFill>
                  <a:latin typeface="Times New Roman"/>
                  <a:ea typeface="Times New Roman"/>
                  <a:cs typeface="Times New Roman"/>
                  <a:sym typeface="Times New Roman"/>
                </a:rPr>
                <a:t>.</a:t>
              </a:r>
              <a:endParaRPr dirty="0">
                <a:latin typeface="Times New Roman"/>
                <a:ea typeface="Times New Roman"/>
                <a:cs typeface="Times New Roman"/>
                <a:sym typeface="Times New Roman"/>
              </a:endParaRPr>
            </a:p>
          </p:txBody>
        </p:sp>
        <p:sp>
          <p:nvSpPr>
            <p:cNvPr id="18" name="Google Shape;141;p21">
              <a:extLst>
                <a:ext uri="{FF2B5EF4-FFF2-40B4-BE49-F238E27FC236}">
                  <a16:creationId xmlns:a16="http://schemas.microsoft.com/office/drawing/2014/main" id="{F0FE6729-079B-B213-E436-6751093F6E3A}"/>
                </a:ext>
              </a:extLst>
            </p:cNvPr>
            <p:cNvSpPr txBox="1"/>
            <p:nvPr/>
          </p:nvSpPr>
          <p:spPr>
            <a:xfrm>
              <a:off x="4814888" y="2281247"/>
              <a:ext cx="3995873" cy="617517"/>
            </a:xfrm>
            <a:prstGeom prst="rect">
              <a:avLst/>
            </a:prstGeom>
            <a:noFill/>
            <a:ln>
              <a:noFill/>
            </a:ln>
          </p:spPr>
          <p:txBody>
            <a:bodyPr spcFirstLastPara="1" wrap="square" lIns="200025" tIns="0" rIns="0" bIns="0" anchor="t" anchorCtr="0">
              <a:spAutoFit/>
            </a:bodyPr>
            <a:lstStyle/>
            <a:p>
              <a:pPr marL="0" marR="0" lvl="0" indent="0" algn="l" rtl="0">
                <a:lnSpc>
                  <a:spcPct val="160000"/>
                </a:lnSpc>
                <a:spcBef>
                  <a:spcPts val="0"/>
                </a:spcBef>
                <a:spcAft>
                  <a:spcPts val="0"/>
                </a:spcAft>
                <a:buNone/>
              </a:pPr>
              <a:r>
                <a:rPr lang="en" i="0" u="none" strike="noStrike" cap="none" dirty="0">
                  <a:solidFill>
                    <a:srgbClr val="475569"/>
                  </a:solidFill>
                  <a:latin typeface="Times New Roman"/>
                  <a:ea typeface="Times New Roman"/>
                  <a:cs typeface="Times New Roman"/>
                  <a:sym typeface="Times New Roman"/>
                </a:rPr>
                <a:t>Dodanie modułu GSM dla śledzenia w czasie</a:t>
              </a:r>
              <a:r>
                <a:rPr lang="pl-PL" dirty="0">
                  <a:solidFill>
                    <a:srgbClr val="475569"/>
                  </a:solidFill>
                  <a:latin typeface="Times New Roman"/>
                  <a:ea typeface="Times New Roman"/>
                  <a:cs typeface="Times New Roman"/>
                  <a:sym typeface="Times New Roman"/>
                </a:rPr>
                <a:t> </a:t>
              </a:r>
              <a:r>
                <a:rPr lang="en" i="0" u="none" strike="noStrike" cap="none" dirty="0">
                  <a:solidFill>
                    <a:srgbClr val="475569"/>
                  </a:solidFill>
                  <a:latin typeface="Times New Roman"/>
                  <a:ea typeface="Times New Roman"/>
                  <a:cs typeface="Times New Roman"/>
                  <a:sym typeface="Times New Roman"/>
                </a:rPr>
                <a:t>rzeczywistym.</a:t>
              </a:r>
              <a:endParaRPr dirty="0">
                <a:latin typeface="Times New Roman"/>
                <a:ea typeface="Times New Roman"/>
                <a:cs typeface="Times New Roman"/>
                <a:sym typeface="Times New Roman"/>
              </a:endParaRPr>
            </a:p>
          </p:txBody>
        </p:sp>
        <p:sp>
          <p:nvSpPr>
            <p:cNvPr id="19" name="Google Shape;142;p21">
              <a:extLst>
                <a:ext uri="{FF2B5EF4-FFF2-40B4-BE49-F238E27FC236}">
                  <a16:creationId xmlns:a16="http://schemas.microsoft.com/office/drawing/2014/main" id="{50697224-3B5A-FBAA-95AE-58A17ABABE8A}"/>
                </a:ext>
              </a:extLst>
            </p:cNvPr>
            <p:cNvSpPr txBox="1"/>
            <p:nvPr/>
          </p:nvSpPr>
          <p:spPr>
            <a:xfrm>
              <a:off x="4814888" y="2936870"/>
              <a:ext cx="4036200" cy="215400"/>
            </a:xfrm>
            <a:prstGeom prst="rect">
              <a:avLst/>
            </a:prstGeom>
            <a:noFill/>
            <a:ln>
              <a:noFill/>
            </a:ln>
          </p:spPr>
          <p:txBody>
            <a:bodyPr spcFirstLastPara="1" wrap="square" lIns="200025" tIns="0" rIns="0" bIns="0" anchor="t" anchorCtr="0">
              <a:spAutoFit/>
            </a:bodyPr>
            <a:lstStyle/>
            <a:p>
              <a:pPr marL="0" marR="0" lvl="0" indent="0" algn="l" rtl="0">
                <a:lnSpc>
                  <a:spcPct val="160000"/>
                </a:lnSpc>
                <a:spcBef>
                  <a:spcPts val="0"/>
                </a:spcBef>
                <a:spcAft>
                  <a:spcPts val="0"/>
                </a:spcAft>
                <a:buNone/>
              </a:pPr>
              <a:r>
                <a:rPr lang="en" dirty="0">
                  <a:solidFill>
                    <a:srgbClr val="475569"/>
                  </a:solidFill>
                  <a:latin typeface="Times New Roman"/>
                  <a:ea typeface="Times New Roman"/>
                  <a:cs typeface="Times New Roman"/>
                  <a:sym typeface="Times New Roman"/>
                </a:rPr>
                <a:t>Szyfrowanie danych na karcie SD.</a:t>
              </a:r>
              <a:endParaRPr dirty="0">
                <a:latin typeface="Times New Roman"/>
                <a:ea typeface="Times New Roman"/>
                <a:cs typeface="Times New Roman"/>
                <a:sym typeface="Times New Roman"/>
              </a:endParaRPr>
            </a:p>
          </p:txBody>
        </p:sp>
        <p:pic>
          <p:nvPicPr>
            <p:cNvPr id="20" name="Google Shape;143;p21" descr="image.png">
              <a:extLst>
                <a:ext uri="{FF2B5EF4-FFF2-40B4-BE49-F238E27FC236}">
                  <a16:creationId xmlns:a16="http://schemas.microsoft.com/office/drawing/2014/main" id="{3F6598A6-71B2-AAA5-EBA7-3CAFC3F65AE7}"/>
                </a:ext>
              </a:extLst>
            </p:cNvPr>
            <p:cNvPicPr preferRelativeResize="0"/>
            <p:nvPr/>
          </p:nvPicPr>
          <p:blipFill rotWithShape="1">
            <a:blip r:embed="rId3">
              <a:alphaModFix/>
            </a:blip>
            <a:srcRect/>
            <a:stretch/>
          </p:blipFill>
          <p:spPr>
            <a:xfrm>
              <a:off x="4750594" y="1932384"/>
              <a:ext cx="128588" cy="150019"/>
            </a:xfrm>
            <a:prstGeom prst="rect">
              <a:avLst/>
            </a:prstGeom>
            <a:noFill/>
            <a:ln>
              <a:noFill/>
            </a:ln>
          </p:spPr>
        </p:pic>
        <p:pic>
          <p:nvPicPr>
            <p:cNvPr id="21" name="Google Shape;144;p21" descr="image.png">
              <a:extLst>
                <a:ext uri="{FF2B5EF4-FFF2-40B4-BE49-F238E27FC236}">
                  <a16:creationId xmlns:a16="http://schemas.microsoft.com/office/drawing/2014/main" id="{9975C890-7F6C-D933-47AC-4FA46FA27548}"/>
                </a:ext>
              </a:extLst>
            </p:cNvPr>
            <p:cNvPicPr preferRelativeResize="0"/>
            <p:nvPr/>
          </p:nvPicPr>
          <p:blipFill rotWithShape="1">
            <a:blip r:embed="rId3">
              <a:alphaModFix/>
            </a:blip>
            <a:srcRect/>
            <a:stretch/>
          </p:blipFill>
          <p:spPr>
            <a:xfrm>
              <a:off x="4750594" y="2377777"/>
              <a:ext cx="128588" cy="150019"/>
            </a:xfrm>
            <a:prstGeom prst="rect">
              <a:avLst/>
            </a:prstGeom>
            <a:noFill/>
            <a:ln>
              <a:noFill/>
            </a:ln>
          </p:spPr>
        </p:pic>
        <p:pic>
          <p:nvPicPr>
            <p:cNvPr id="22" name="Google Shape;145;p21" descr="image.png">
              <a:extLst>
                <a:ext uri="{FF2B5EF4-FFF2-40B4-BE49-F238E27FC236}">
                  <a16:creationId xmlns:a16="http://schemas.microsoft.com/office/drawing/2014/main" id="{0CB84166-00EC-F207-88E2-435848BDBCD9}"/>
                </a:ext>
              </a:extLst>
            </p:cNvPr>
            <p:cNvPicPr preferRelativeResize="0"/>
            <p:nvPr/>
          </p:nvPicPr>
          <p:blipFill rotWithShape="1">
            <a:blip r:embed="rId3">
              <a:alphaModFix/>
            </a:blip>
            <a:srcRect/>
            <a:stretch/>
          </p:blipFill>
          <p:spPr>
            <a:xfrm>
              <a:off x="4750594" y="3049931"/>
              <a:ext cx="128588" cy="150019"/>
            </a:xfrm>
            <a:prstGeom prst="rect">
              <a:avLst/>
            </a:prstGeom>
            <a:noFill/>
            <a:ln>
              <a:noFill/>
            </a:ln>
          </p:spPr>
        </p:pic>
      </p:grpSp>
      <p:cxnSp>
        <p:nvCxnSpPr>
          <p:cNvPr id="23" name="Google Shape;146;p21">
            <a:extLst>
              <a:ext uri="{FF2B5EF4-FFF2-40B4-BE49-F238E27FC236}">
                <a16:creationId xmlns:a16="http://schemas.microsoft.com/office/drawing/2014/main" id="{62A841A4-7676-A3F8-81EE-9098B2AC9ED6}"/>
              </a:ext>
            </a:extLst>
          </p:cNvPr>
          <p:cNvCxnSpPr>
            <a:cxnSpLocks/>
          </p:cNvCxnSpPr>
          <p:nvPr/>
        </p:nvCxnSpPr>
        <p:spPr>
          <a:xfrm flipV="1">
            <a:off x="500393" y="1940081"/>
            <a:ext cx="12481015" cy="10591"/>
          </a:xfrm>
          <a:prstGeom prst="straightConnector1">
            <a:avLst/>
          </a:prstGeom>
          <a:noFill/>
          <a:ln w="38100" cap="flat" cmpd="sng">
            <a:solidFill>
              <a:schemeClr val="dk1"/>
            </a:solidFill>
            <a:prstDash val="solid"/>
            <a:round/>
            <a:headEnd type="none" w="med" len="med"/>
            <a:tailEnd type="none" w="med" len="med"/>
          </a:ln>
        </p:spPr>
      </p:cxnSp>
      <p:grpSp>
        <p:nvGrpSpPr>
          <p:cNvPr id="29" name="Grupa 28">
            <a:extLst>
              <a:ext uri="{FF2B5EF4-FFF2-40B4-BE49-F238E27FC236}">
                <a16:creationId xmlns:a16="http://schemas.microsoft.com/office/drawing/2014/main" id="{F4149AB7-230F-F880-6A7E-939857774839}"/>
              </a:ext>
            </a:extLst>
          </p:cNvPr>
          <p:cNvGrpSpPr/>
          <p:nvPr/>
        </p:nvGrpSpPr>
        <p:grpSpPr>
          <a:xfrm>
            <a:off x="556703" y="3444381"/>
            <a:ext cx="5901484" cy="3263296"/>
            <a:chOff x="556702" y="3454451"/>
            <a:chExt cx="5942053" cy="3815076"/>
          </a:xfrm>
        </p:grpSpPr>
        <p:grpSp>
          <p:nvGrpSpPr>
            <p:cNvPr id="6" name="Google Shape;129;p21">
              <a:extLst>
                <a:ext uri="{FF2B5EF4-FFF2-40B4-BE49-F238E27FC236}">
                  <a16:creationId xmlns:a16="http://schemas.microsoft.com/office/drawing/2014/main" id="{8220BA78-ED5B-4B08-BCE6-1DB23199DE0D}"/>
                </a:ext>
              </a:extLst>
            </p:cNvPr>
            <p:cNvGrpSpPr/>
            <p:nvPr/>
          </p:nvGrpSpPr>
          <p:grpSpPr>
            <a:xfrm>
              <a:off x="556702" y="3454451"/>
              <a:ext cx="5942053" cy="2940283"/>
              <a:chOff x="357188" y="1614488"/>
              <a:chExt cx="4238100" cy="1707309"/>
            </a:xfrm>
          </p:grpSpPr>
          <p:grpSp>
            <p:nvGrpSpPr>
              <p:cNvPr id="7" name="Google Shape;130;p21">
                <a:extLst>
                  <a:ext uri="{FF2B5EF4-FFF2-40B4-BE49-F238E27FC236}">
                    <a16:creationId xmlns:a16="http://schemas.microsoft.com/office/drawing/2014/main" id="{8018FC63-A9D5-72A7-1156-3E8583751038}"/>
                  </a:ext>
                </a:extLst>
              </p:cNvPr>
              <p:cNvGrpSpPr/>
              <p:nvPr/>
            </p:nvGrpSpPr>
            <p:grpSpPr>
              <a:xfrm>
                <a:off x="357188" y="1614488"/>
                <a:ext cx="4238100" cy="1319212"/>
                <a:chOff x="357188" y="1614488"/>
                <a:chExt cx="4238100" cy="1319212"/>
              </a:xfrm>
            </p:grpSpPr>
            <p:sp>
              <p:nvSpPr>
                <p:cNvPr id="11" name="Google Shape;131;p21">
                  <a:extLst>
                    <a:ext uri="{FF2B5EF4-FFF2-40B4-BE49-F238E27FC236}">
                      <a16:creationId xmlns:a16="http://schemas.microsoft.com/office/drawing/2014/main" id="{97B35FA0-E37F-BEB0-BAEB-6A0497245FFE}"/>
                    </a:ext>
                  </a:extLst>
                </p:cNvPr>
                <p:cNvSpPr txBox="1"/>
                <p:nvPr/>
              </p:nvSpPr>
              <p:spPr>
                <a:xfrm>
                  <a:off x="357188" y="1614488"/>
                  <a:ext cx="4238100" cy="29338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2800" b="1" i="0" u="none" strike="noStrike" cap="none" dirty="0">
                      <a:solidFill>
                        <a:srgbClr val="334155"/>
                      </a:solidFill>
                      <a:latin typeface="Times New Roman"/>
                      <a:ea typeface="Times New Roman"/>
                      <a:cs typeface="Times New Roman"/>
                      <a:sym typeface="Times New Roman"/>
                    </a:rPr>
                    <a:t>Wnioski końcowe</a:t>
                  </a:r>
                  <a:endParaRPr sz="2800" dirty="0">
                    <a:latin typeface="Times New Roman"/>
                    <a:ea typeface="Times New Roman"/>
                    <a:cs typeface="Times New Roman"/>
                    <a:sym typeface="Times New Roman"/>
                  </a:endParaRPr>
                </a:p>
              </p:txBody>
            </p:sp>
            <p:sp>
              <p:nvSpPr>
                <p:cNvPr id="12" name="Google Shape;132;p21">
                  <a:extLst>
                    <a:ext uri="{FF2B5EF4-FFF2-40B4-BE49-F238E27FC236}">
                      <a16:creationId xmlns:a16="http://schemas.microsoft.com/office/drawing/2014/main" id="{B4C3485F-8D0E-F00D-9614-36B08F94949E}"/>
                    </a:ext>
                  </a:extLst>
                </p:cNvPr>
                <p:cNvSpPr txBox="1"/>
                <p:nvPr/>
              </p:nvSpPr>
              <p:spPr>
                <a:xfrm>
                  <a:off x="436105" y="1866264"/>
                  <a:ext cx="4036200" cy="215400"/>
                </a:xfrm>
                <a:prstGeom prst="rect">
                  <a:avLst/>
                </a:prstGeom>
                <a:noFill/>
                <a:ln>
                  <a:noFill/>
                </a:ln>
              </p:spPr>
              <p:txBody>
                <a:bodyPr spcFirstLastPara="1" wrap="square" lIns="200025" tIns="0" rIns="0" bIns="0" anchor="t" anchorCtr="0">
                  <a:spAutoFit/>
                </a:bodyPr>
                <a:lstStyle/>
                <a:p>
                  <a:pPr marL="0" marR="0" lvl="0" indent="0" algn="l" rtl="0">
                    <a:lnSpc>
                      <a:spcPct val="115000"/>
                    </a:lnSpc>
                    <a:spcBef>
                      <a:spcPts val="0"/>
                    </a:spcBef>
                    <a:spcAft>
                      <a:spcPts val="0"/>
                    </a:spcAft>
                    <a:buNone/>
                  </a:pPr>
                  <a:r>
                    <a:rPr lang="en" i="0" u="none" strike="noStrike" cap="none" dirty="0">
                      <a:solidFill>
                        <a:srgbClr val="475569"/>
                      </a:solidFill>
                      <a:latin typeface="Times New Roman"/>
                      <a:ea typeface="Times New Roman"/>
                      <a:cs typeface="Times New Roman"/>
                      <a:sym typeface="Times New Roman"/>
                    </a:rPr>
                    <a:t>Urządzenie realizuje wszystkie założone funkcje.</a:t>
                  </a:r>
                  <a:endParaRPr dirty="0">
                    <a:latin typeface="Times New Roman"/>
                    <a:ea typeface="Times New Roman"/>
                    <a:cs typeface="Times New Roman"/>
                    <a:sym typeface="Times New Roman"/>
                  </a:endParaRPr>
                </a:p>
              </p:txBody>
            </p:sp>
            <p:sp>
              <p:nvSpPr>
                <p:cNvPr id="13" name="Google Shape;133;p21">
                  <a:extLst>
                    <a:ext uri="{FF2B5EF4-FFF2-40B4-BE49-F238E27FC236}">
                      <a16:creationId xmlns:a16="http://schemas.microsoft.com/office/drawing/2014/main" id="{9EC7AA93-CF9E-725D-407A-5CFCACC1F502}"/>
                    </a:ext>
                  </a:extLst>
                </p:cNvPr>
                <p:cNvSpPr txBox="1"/>
                <p:nvPr/>
              </p:nvSpPr>
              <p:spPr>
                <a:xfrm>
                  <a:off x="357188" y="2470500"/>
                  <a:ext cx="4036200" cy="247760"/>
                </a:xfrm>
                <a:prstGeom prst="rect">
                  <a:avLst/>
                </a:prstGeom>
                <a:noFill/>
                <a:ln>
                  <a:noFill/>
                </a:ln>
              </p:spPr>
              <p:txBody>
                <a:bodyPr spcFirstLastPara="1" wrap="square" lIns="200025" tIns="0" rIns="0" bIns="0" anchor="t" anchorCtr="0">
                  <a:spAutoFit/>
                </a:bodyPr>
                <a:lstStyle/>
                <a:p>
                  <a:pPr marL="0" marR="0" lvl="0" indent="0" algn="l" rtl="0">
                    <a:lnSpc>
                      <a:spcPct val="115000"/>
                    </a:lnSpc>
                    <a:spcBef>
                      <a:spcPts val="0"/>
                    </a:spcBef>
                    <a:spcAft>
                      <a:spcPts val="0"/>
                    </a:spcAft>
                    <a:buNone/>
                  </a:pPr>
                  <a:endParaRPr dirty="0">
                    <a:latin typeface="Times New Roman"/>
                    <a:ea typeface="Times New Roman"/>
                    <a:cs typeface="Times New Roman"/>
                    <a:sym typeface="Times New Roman"/>
                  </a:endParaRPr>
                </a:p>
              </p:txBody>
            </p:sp>
            <p:sp>
              <p:nvSpPr>
                <p:cNvPr id="14" name="Google Shape;134;p21">
                  <a:extLst>
                    <a:ext uri="{FF2B5EF4-FFF2-40B4-BE49-F238E27FC236}">
                      <a16:creationId xmlns:a16="http://schemas.microsoft.com/office/drawing/2014/main" id="{EE08A048-5E59-8EB0-DEA5-155DF30165E8}"/>
                    </a:ext>
                  </a:extLst>
                </p:cNvPr>
                <p:cNvSpPr txBox="1"/>
                <p:nvPr/>
              </p:nvSpPr>
              <p:spPr>
                <a:xfrm>
                  <a:off x="458137" y="2470500"/>
                  <a:ext cx="4036200" cy="463200"/>
                </a:xfrm>
                <a:prstGeom prst="rect">
                  <a:avLst/>
                </a:prstGeom>
                <a:noFill/>
                <a:ln>
                  <a:noFill/>
                </a:ln>
              </p:spPr>
              <p:txBody>
                <a:bodyPr spcFirstLastPara="1" wrap="square" lIns="200025" tIns="0" rIns="0" bIns="0" anchor="t" anchorCtr="0">
                  <a:spAutoFit/>
                </a:bodyPr>
                <a:lstStyle/>
                <a:p>
                  <a:pPr marL="0" marR="0" lvl="0" indent="0" algn="l" rtl="0">
                    <a:lnSpc>
                      <a:spcPct val="115000"/>
                    </a:lnSpc>
                    <a:spcBef>
                      <a:spcPts val="0"/>
                    </a:spcBef>
                    <a:spcAft>
                      <a:spcPts val="0"/>
                    </a:spcAft>
                    <a:buNone/>
                  </a:pPr>
                  <a:r>
                    <a:rPr lang="en" i="0" u="none" strike="noStrike" cap="none" dirty="0">
                      <a:solidFill>
                        <a:srgbClr val="475569"/>
                      </a:solidFill>
                      <a:latin typeface="Times New Roman"/>
                      <a:ea typeface="Times New Roman"/>
                      <a:cs typeface="Times New Roman"/>
                      <a:sym typeface="Times New Roman"/>
                    </a:rPr>
                    <a:t>Potwierdzono poprawność integracji części sprzęt</a:t>
                  </a:r>
                  <a:r>
                    <a:rPr lang="en" dirty="0">
                      <a:solidFill>
                        <a:srgbClr val="475569"/>
                      </a:solidFill>
                      <a:latin typeface="Times New Roman"/>
                      <a:ea typeface="Times New Roman"/>
                      <a:cs typeface="Times New Roman"/>
                      <a:sym typeface="Times New Roman"/>
                    </a:rPr>
                    <a:t>owej</a:t>
                  </a:r>
                  <a:r>
                    <a:rPr lang="en" i="0" u="none" strike="noStrike" cap="none" dirty="0">
                      <a:solidFill>
                        <a:srgbClr val="475569"/>
                      </a:solidFill>
                      <a:latin typeface="Times New Roman"/>
                      <a:ea typeface="Times New Roman"/>
                      <a:cs typeface="Times New Roman"/>
                      <a:sym typeface="Times New Roman"/>
                    </a:rPr>
                    <a:t> </a:t>
                  </a:r>
                  <a:r>
                    <a:rPr lang="en" dirty="0">
                      <a:solidFill>
                        <a:srgbClr val="475569"/>
                      </a:solidFill>
                      <a:latin typeface="Times New Roman"/>
                      <a:ea typeface="Times New Roman"/>
                      <a:cs typeface="Times New Roman"/>
                      <a:sym typeface="Times New Roman"/>
                    </a:rPr>
                    <a:t>z</a:t>
                  </a:r>
                  <a:r>
                    <a:rPr lang="en" i="0" u="none" strike="noStrike" cap="none" dirty="0">
                      <a:solidFill>
                        <a:srgbClr val="475569"/>
                      </a:solidFill>
                      <a:latin typeface="Times New Roman"/>
                      <a:ea typeface="Times New Roman"/>
                      <a:cs typeface="Times New Roman"/>
                      <a:sym typeface="Times New Roman"/>
                    </a:rPr>
                    <a:t> oprogramowani</a:t>
                  </a:r>
                  <a:r>
                    <a:rPr lang="en" dirty="0">
                      <a:solidFill>
                        <a:srgbClr val="475569"/>
                      </a:solidFill>
                      <a:latin typeface="Times New Roman"/>
                      <a:ea typeface="Times New Roman"/>
                      <a:cs typeface="Times New Roman"/>
                      <a:sym typeface="Times New Roman"/>
                    </a:rPr>
                    <a:t>em</a:t>
                  </a:r>
                  <a:r>
                    <a:rPr lang="en" i="0" u="none" strike="noStrike" cap="none" dirty="0">
                      <a:solidFill>
                        <a:srgbClr val="475569"/>
                      </a:solidFill>
                      <a:latin typeface="Times New Roman"/>
                      <a:ea typeface="Times New Roman"/>
                      <a:cs typeface="Times New Roman"/>
                      <a:sym typeface="Times New Roman"/>
                    </a:rPr>
                    <a:t>.</a:t>
                  </a:r>
                  <a:endParaRPr dirty="0">
                    <a:latin typeface="Times New Roman"/>
                    <a:ea typeface="Times New Roman"/>
                    <a:cs typeface="Times New Roman"/>
                    <a:sym typeface="Times New Roman"/>
                  </a:endParaRPr>
                </a:p>
              </p:txBody>
            </p:sp>
          </p:grpSp>
          <p:pic>
            <p:nvPicPr>
              <p:cNvPr id="8" name="Google Shape;135;p21" descr="image.png">
                <a:extLst>
                  <a:ext uri="{FF2B5EF4-FFF2-40B4-BE49-F238E27FC236}">
                    <a16:creationId xmlns:a16="http://schemas.microsoft.com/office/drawing/2014/main" id="{3F8CC060-2378-0B07-B27B-37C6DB100D39}"/>
                  </a:ext>
                </a:extLst>
              </p:cNvPr>
              <p:cNvPicPr preferRelativeResize="0"/>
              <p:nvPr/>
            </p:nvPicPr>
            <p:blipFill rotWithShape="1">
              <a:blip r:embed="rId4">
                <a:alphaModFix/>
              </a:blip>
              <a:srcRect/>
              <a:stretch/>
            </p:blipFill>
            <p:spPr>
              <a:xfrm>
                <a:off x="371811" y="1941420"/>
                <a:ext cx="128588" cy="150019"/>
              </a:xfrm>
              <a:prstGeom prst="rect">
                <a:avLst/>
              </a:prstGeom>
              <a:noFill/>
              <a:ln>
                <a:noFill/>
              </a:ln>
            </p:spPr>
          </p:pic>
          <p:pic>
            <p:nvPicPr>
              <p:cNvPr id="9" name="Google Shape;136;p21" descr="image.png">
                <a:extLst>
                  <a:ext uri="{FF2B5EF4-FFF2-40B4-BE49-F238E27FC236}">
                    <a16:creationId xmlns:a16="http://schemas.microsoft.com/office/drawing/2014/main" id="{5F146B5B-1797-8822-38D0-C89FEE2979B8}"/>
                  </a:ext>
                </a:extLst>
              </p:cNvPr>
              <p:cNvPicPr preferRelativeResize="0"/>
              <p:nvPr/>
            </p:nvPicPr>
            <p:blipFill rotWithShape="1">
              <a:blip r:embed="rId4">
                <a:alphaModFix/>
              </a:blip>
              <a:srcRect/>
              <a:stretch/>
            </p:blipFill>
            <p:spPr>
              <a:xfrm>
                <a:off x="371811" y="2548691"/>
                <a:ext cx="128588" cy="150019"/>
              </a:xfrm>
              <a:prstGeom prst="rect">
                <a:avLst/>
              </a:prstGeom>
              <a:noFill/>
              <a:ln>
                <a:noFill/>
              </a:ln>
            </p:spPr>
          </p:pic>
          <p:pic>
            <p:nvPicPr>
              <p:cNvPr id="10" name="Google Shape;137;p21" descr="image.png">
                <a:extLst>
                  <a:ext uri="{FF2B5EF4-FFF2-40B4-BE49-F238E27FC236}">
                    <a16:creationId xmlns:a16="http://schemas.microsoft.com/office/drawing/2014/main" id="{201A6579-CC10-4B6A-201F-BDDF9474E7D9}"/>
                  </a:ext>
                </a:extLst>
              </p:cNvPr>
              <p:cNvPicPr preferRelativeResize="0"/>
              <p:nvPr/>
            </p:nvPicPr>
            <p:blipFill rotWithShape="1">
              <a:blip r:embed="rId4">
                <a:alphaModFix/>
              </a:blip>
              <a:srcRect/>
              <a:stretch/>
            </p:blipFill>
            <p:spPr>
              <a:xfrm>
                <a:off x="371811" y="3171778"/>
                <a:ext cx="128588" cy="150019"/>
              </a:xfrm>
              <a:prstGeom prst="rect">
                <a:avLst/>
              </a:prstGeom>
              <a:noFill/>
              <a:ln>
                <a:noFill/>
              </a:ln>
            </p:spPr>
          </p:pic>
        </p:grpSp>
        <p:sp>
          <p:nvSpPr>
            <p:cNvPr id="24" name="pole tekstowe 23">
              <a:extLst>
                <a:ext uri="{FF2B5EF4-FFF2-40B4-BE49-F238E27FC236}">
                  <a16:creationId xmlns:a16="http://schemas.microsoft.com/office/drawing/2014/main" id="{4C936C75-6D02-BE7C-E66F-9E071DC3C386}"/>
                </a:ext>
              </a:extLst>
            </p:cNvPr>
            <p:cNvSpPr txBox="1"/>
            <p:nvPr/>
          </p:nvSpPr>
          <p:spPr>
            <a:xfrm>
              <a:off x="812874" y="5937046"/>
              <a:ext cx="5429708" cy="1332481"/>
            </a:xfrm>
            <a:prstGeom prst="rect">
              <a:avLst/>
            </a:prstGeom>
            <a:noFill/>
          </p:spPr>
          <p:txBody>
            <a:bodyPr wrap="square">
              <a:spAutoFit/>
            </a:bodyPr>
            <a:lstStyle/>
            <a:p>
              <a:pPr marL="0" marR="0" lvl="0" indent="0" algn="l" rtl="0">
                <a:lnSpc>
                  <a:spcPct val="115000"/>
                </a:lnSpc>
                <a:spcBef>
                  <a:spcPts val="0"/>
                </a:spcBef>
                <a:spcAft>
                  <a:spcPts val="0"/>
                </a:spcAft>
                <a:buNone/>
              </a:pPr>
              <a:r>
                <a:rPr lang="pl-PL" i="0" u="none" strike="noStrike" cap="none" dirty="0">
                  <a:solidFill>
                    <a:srgbClr val="475569"/>
                  </a:solidFill>
                  <a:latin typeface="Times New Roman"/>
                  <a:ea typeface="Times New Roman"/>
                  <a:cs typeface="Times New Roman"/>
                  <a:sym typeface="Times New Roman"/>
                </a:rPr>
                <a:t>Precyzja pozycjonowania zastosowanego modułu </a:t>
              </a:r>
              <a:r>
                <a:rPr lang="pl-PL" dirty="0">
                  <a:solidFill>
                    <a:srgbClr val="475569"/>
                  </a:solidFill>
                  <a:latin typeface="Times New Roman"/>
                  <a:ea typeface="Times New Roman"/>
                  <a:cs typeface="Times New Roman"/>
                  <a:sym typeface="Times New Roman"/>
                </a:rPr>
                <a:t>GNSS jest wystarczająca do śledzenia trasy pojazdu.</a:t>
              </a:r>
              <a:endParaRPr lang="pl-PL" dirty="0">
                <a:latin typeface="Times New Roman"/>
                <a:ea typeface="Times New Roman"/>
                <a:cs typeface="Times New Roman"/>
                <a:sym typeface="Times New Roman"/>
              </a:endParaRPr>
            </a:p>
          </p:txBody>
        </p:sp>
      </p:grpSp>
    </p:spTree>
    <p:extLst>
      <p:ext uri="{BB962C8B-B14F-4D97-AF65-F5344CB8AC3E}">
        <p14:creationId xmlns:p14="http://schemas.microsoft.com/office/powerpoint/2010/main" val="25221670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C1A108-D05F-8070-80F4-0A22C86CA6F1}"/>
              </a:ext>
            </a:extLst>
          </p:cNvPr>
          <p:cNvSpPr>
            <a:spLocks noGrp="1"/>
          </p:cNvSpPr>
          <p:nvPr>
            <p:ph type="title"/>
          </p:nvPr>
        </p:nvSpPr>
        <p:spPr>
          <a:xfrm>
            <a:off x="923924" y="3048000"/>
            <a:ext cx="11585575" cy="1460500"/>
          </a:xfrm>
        </p:spPr>
        <p:txBody>
          <a:bodyPr/>
          <a:lstStyle/>
          <a:p>
            <a:pPr algn="ctr"/>
            <a:r>
              <a:rPr lang="pl-PL" sz="7200" b="1" dirty="0"/>
              <a:t>Dziękuję za uwagę</a:t>
            </a:r>
          </a:p>
        </p:txBody>
      </p:sp>
    </p:spTree>
    <p:extLst>
      <p:ext uri="{BB962C8B-B14F-4D97-AF65-F5344CB8AC3E}">
        <p14:creationId xmlns:p14="http://schemas.microsoft.com/office/powerpoint/2010/main" val="3050411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Blank Presentation - Default">
  <a:themeElements>
    <a:clrScheme name="Motyw pakietu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otyw pakietu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tyw pakietu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nk Presentation">
  <a:themeElements>
    <a:clrScheme name="Motyw pakietu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otyw pakietu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tyw pakietu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otyw pakietu Office">
  <a:themeElements>
    <a:clrScheme name="">
      <a:dk1>
        <a:srgbClr val="000000"/>
      </a:dk1>
      <a:lt1>
        <a:srgbClr val="FFFFFF"/>
      </a:lt1>
      <a:dk2>
        <a:srgbClr val="A7A7A7"/>
      </a:dk2>
      <a:lt2>
        <a:srgbClr val="535353"/>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FF00FF"/>
      </a:folHlink>
    </a:clrScheme>
    <a:fontScheme name="Pakiet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TotalTime>
  <Words>858</Words>
  <Application>Microsoft Office PowerPoint</Application>
  <PresentationFormat>Niestandardowy</PresentationFormat>
  <Paragraphs>73</Paragraphs>
  <Slides>10</Slides>
  <Notes>9</Notes>
  <HiddenSlides>0</HiddenSlides>
  <MMClips>0</MMClips>
  <ScaleCrop>false</ScaleCrop>
  <HeadingPairs>
    <vt:vector size="6" baseType="variant">
      <vt:variant>
        <vt:lpstr>Używane czcionki</vt:lpstr>
      </vt:variant>
      <vt:variant>
        <vt:i4>6</vt:i4>
      </vt:variant>
      <vt:variant>
        <vt:lpstr>Motyw</vt:lpstr>
      </vt:variant>
      <vt:variant>
        <vt:i4>2</vt:i4>
      </vt:variant>
      <vt:variant>
        <vt:lpstr>Tytuły slajdów</vt:lpstr>
      </vt:variant>
      <vt:variant>
        <vt:i4>10</vt:i4>
      </vt:variant>
    </vt:vector>
  </HeadingPairs>
  <TitlesOfParts>
    <vt:vector size="18" baseType="lpstr">
      <vt:lpstr>Arial</vt:lpstr>
      <vt:lpstr>Calibri</vt:lpstr>
      <vt:lpstr>Calibri Light</vt:lpstr>
      <vt:lpstr>FagoNoBoldCE-Caps</vt:lpstr>
      <vt:lpstr>Helvetica Neue</vt:lpstr>
      <vt:lpstr>Times New Roman</vt:lpstr>
      <vt:lpstr>Blank Presentation - Default</vt:lpstr>
      <vt:lpstr>Blank Presentation</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Dziękuję za uwagę</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Maciek</dc:creator>
  <cp:lastModifiedBy>Miłosz Stec</cp:lastModifiedBy>
  <cp:revision>43</cp:revision>
  <dcterms:modified xsi:type="dcterms:W3CDTF">2026-01-20T16:46:29Z</dcterms:modified>
</cp:coreProperties>
</file>